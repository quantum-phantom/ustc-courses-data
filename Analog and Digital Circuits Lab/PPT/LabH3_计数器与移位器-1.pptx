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80" r:id="rId2"/>
    <p:sldId id="735" r:id="rId3"/>
    <p:sldId id="762" r:id="rId4"/>
    <p:sldId id="536" r:id="rId5"/>
    <p:sldId id="800" r:id="rId6"/>
    <p:sldId id="535" r:id="rId7"/>
    <p:sldId id="621" r:id="rId8"/>
    <p:sldId id="799" r:id="rId9"/>
    <p:sldId id="542" r:id="rId10"/>
    <p:sldId id="830" r:id="rId11"/>
    <p:sldId id="281" r:id="rId12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0886" autoAdjust="0"/>
    <p:restoredTop sz="95256" autoAdjust="0"/>
  </p:normalViewPr>
  <p:slideViewPr>
    <p:cSldViewPr snapToGrid="0">
      <p:cViewPr varScale="1">
        <p:scale>
          <a:sx n="102" d="100"/>
          <a:sy n="102" d="100"/>
        </p:scale>
        <p:origin x="1002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-3187"/>
    </p:cViewPr>
  </p:sorter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240B72EF-41B7-4887-9B85-D6D1CD43FAD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9D6E566-28B8-4D4F-BC98-55F2C272272E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C4C42690-AF5D-4D12-9580-A7F002E3FEA8}" type="datetimeFigureOut">
              <a:rPr lang="zh-CN" altLang="en-US"/>
              <a:pPr>
                <a:defRPr/>
              </a:pPr>
              <a:t>2025/11/5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FB3C3E47-4AC8-4328-BC47-8503EC7FDB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1C7431DA-AB2B-437E-9CF6-7251E801D7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4B6F558-E2B2-4442-A333-56ACC7AB69B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A95F453-DF70-47D1-8143-848446F6BA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688A36D9-BE76-4C0E-B1FB-FCF8015284C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幻灯片图像占位符 1">
            <a:extLst>
              <a:ext uri="{FF2B5EF4-FFF2-40B4-BE49-F238E27FC236}">
                <a16:creationId xmlns:a16="http://schemas.microsoft.com/office/drawing/2014/main" id="{D0343CD4-2FB2-46B9-AA09-B63502C05A0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备注占位符 2">
            <a:extLst>
              <a:ext uri="{FF2B5EF4-FFF2-40B4-BE49-F238E27FC236}">
                <a16:creationId xmlns:a16="http://schemas.microsoft.com/office/drawing/2014/main" id="{03ABEB49-2CC2-4C87-B42D-119B25583D3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/>
              <a:t>时间：周五 </a:t>
            </a:r>
            <a:r>
              <a:rPr lang="en-US" altLang="zh-CN"/>
              <a:t>14:30~17:30</a:t>
            </a:r>
          </a:p>
          <a:p>
            <a:r>
              <a:rPr lang="zh-CN" altLang="en-US"/>
              <a:t>地点：电三楼</a:t>
            </a:r>
            <a:r>
              <a:rPr lang="en-US" altLang="zh-CN"/>
              <a:t>412</a:t>
            </a:r>
            <a:r>
              <a:rPr lang="zh-CN" altLang="en-US"/>
              <a:t>、</a:t>
            </a:r>
            <a:r>
              <a:rPr lang="en-US" altLang="zh-CN"/>
              <a:t>414</a:t>
            </a:r>
          </a:p>
          <a:p>
            <a:endParaRPr lang="en-US" altLang="zh-CN"/>
          </a:p>
          <a:p>
            <a:r>
              <a:rPr lang="zh-CN" altLang="en-US"/>
              <a:t>序列检测</a:t>
            </a:r>
            <a:endParaRPr lang="en-US" altLang="zh-CN"/>
          </a:p>
          <a:p>
            <a:r>
              <a:rPr lang="zh-CN" altLang="en-US"/>
              <a:t>去抖动</a:t>
            </a:r>
            <a:endParaRPr lang="en-US" altLang="zh-CN"/>
          </a:p>
          <a:p>
            <a:r>
              <a:rPr lang="zh-CN" altLang="en-US"/>
              <a:t>动态扫描</a:t>
            </a:r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zh-CN" altLang="en-US"/>
          </a:p>
        </p:txBody>
      </p:sp>
      <p:sp>
        <p:nvSpPr>
          <p:cNvPr id="15364" name="灯片编号占位符 3">
            <a:extLst>
              <a:ext uri="{FF2B5EF4-FFF2-40B4-BE49-F238E27FC236}">
                <a16:creationId xmlns:a16="http://schemas.microsoft.com/office/drawing/2014/main" id="{27C6471E-865B-4E16-91C9-260533F8FE7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7E0F17D-CE29-4BF4-A810-7E8245E422D6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幻灯片图像占位符 1">
            <a:extLst>
              <a:ext uri="{FF2B5EF4-FFF2-40B4-BE49-F238E27FC236}">
                <a16:creationId xmlns:a16="http://schemas.microsoft.com/office/drawing/2014/main" id="{B8D9BF80-B760-4299-8F54-8B890EE2C6E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BEB2191-6C78-45BB-A3A8-2D77834423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altLang="zh-CN" dirty="0"/>
          </a:p>
        </p:txBody>
      </p:sp>
      <p:sp>
        <p:nvSpPr>
          <p:cNvPr id="9220" name="灯片编号占位符 3">
            <a:extLst>
              <a:ext uri="{FF2B5EF4-FFF2-40B4-BE49-F238E27FC236}">
                <a16:creationId xmlns:a16="http://schemas.microsoft.com/office/drawing/2014/main" id="{80853005-3210-4BA8-8810-EA5639CB2BA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DC4C919-1770-4D2D-9DA6-8689C7BD73AC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机械开关触点震颤的延续时间因开关结构、几何形状和尺寸以及材料的差异而不同，从数毫秒到上百毫秒不等。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88A36D9-BE76-4C0E-B1FB-FCF8015284C5}" type="slidenum">
              <a:rPr lang="zh-CN" altLang="en-US" smtClean="0"/>
              <a:pPr>
                <a:defRPr/>
              </a:pPr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08864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幻灯片图像占位符 1">
            <a:extLst>
              <a:ext uri="{FF2B5EF4-FFF2-40B4-BE49-F238E27FC236}">
                <a16:creationId xmlns:a16="http://schemas.microsoft.com/office/drawing/2014/main" id="{FD72E2AF-3281-4159-B081-17A098D85A5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92188" y="768350"/>
            <a:ext cx="5114925" cy="3836988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3" name="备注占位符 2">
            <a:extLst>
              <a:ext uri="{FF2B5EF4-FFF2-40B4-BE49-F238E27FC236}">
                <a16:creationId xmlns:a16="http://schemas.microsoft.com/office/drawing/2014/main" id="{9D368B3B-FDC0-4D51-8F6F-49B53B75DB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 b="1" dirty="0"/>
              <a:t>异步信号的同步化，俗称“打一拍</a:t>
            </a:r>
            <a:r>
              <a:rPr lang="en-US" altLang="zh-CN" b="1" dirty="0"/>
              <a:t>”</a:t>
            </a:r>
            <a:r>
              <a:rPr lang="zh-CN" altLang="en-US" b="1" dirty="0"/>
              <a:t>或寄存一拍</a:t>
            </a:r>
            <a:endParaRPr lang="en-US" altLang="zh-CN" b="1" dirty="0"/>
          </a:p>
          <a:p>
            <a:r>
              <a:rPr lang="en-US" altLang="zh-CN" dirty="0"/>
              <a:t>(https://blog.csdn.net/kaopuguyue110/article/details/47341069)</a:t>
            </a:r>
          </a:p>
          <a:p>
            <a:endParaRPr lang="en-US" altLang="zh-CN" dirty="0"/>
          </a:p>
          <a:p>
            <a:r>
              <a:rPr lang="en-US" altLang="zh-CN" dirty="0"/>
              <a:t>1.</a:t>
            </a:r>
            <a:r>
              <a:rPr lang="zh-CN" altLang="en-US" dirty="0"/>
              <a:t>输入信号为什么要寄存</a:t>
            </a:r>
            <a:br>
              <a:rPr lang="zh-CN" altLang="en-US" dirty="0"/>
            </a:br>
            <a:r>
              <a:rPr lang="zh-CN" altLang="en-US" dirty="0"/>
              <a:t>一般来说，在全同步设计中，如果信号来自同一时钟域，各模块的输入不需要寄存。只要满足建立时间，保持时间的约束，可以保证在时钟上升沿到来时，输入信号已经稳定，可以采样得到正确的值。但是如果模块需要使用输入信号的跳变沿</a:t>
            </a:r>
            <a:r>
              <a:rPr lang="en-US" altLang="zh-CN" dirty="0"/>
              <a:t>(</a:t>
            </a:r>
            <a:r>
              <a:rPr lang="zh-CN" altLang="en-US" dirty="0"/>
              <a:t>比如帧同步信号</a:t>
            </a:r>
            <a:r>
              <a:rPr lang="en-US" altLang="zh-CN" dirty="0"/>
              <a:t>)</a:t>
            </a:r>
            <a:r>
              <a:rPr lang="zh-CN" altLang="en-US" dirty="0"/>
              <a:t>，千万不要直接这样哦。</a:t>
            </a:r>
            <a:br>
              <a:rPr lang="zh-CN" altLang="en-US" dirty="0"/>
            </a:br>
            <a:r>
              <a:rPr lang="en-US" altLang="zh-CN" dirty="0"/>
              <a:t>always @ (</a:t>
            </a:r>
            <a:r>
              <a:rPr lang="en-US" altLang="zh-CN" dirty="0" err="1"/>
              <a:t>posedge</a:t>
            </a:r>
            <a:r>
              <a:rPr lang="en-US" altLang="zh-CN" dirty="0"/>
              <a:t> inputs)</a:t>
            </a:r>
            <a:br>
              <a:rPr lang="en-US" altLang="zh-CN" dirty="0"/>
            </a:br>
            <a:r>
              <a:rPr lang="en-US" altLang="zh-CN" dirty="0"/>
              <a:t>begin</a:t>
            </a:r>
            <a:br>
              <a:rPr lang="en-US" altLang="zh-CN" dirty="0"/>
            </a:br>
            <a:r>
              <a:rPr lang="en-US" altLang="zh-CN" dirty="0"/>
              <a:t>...</a:t>
            </a:r>
            <a:br>
              <a:rPr lang="en-US" altLang="zh-CN" dirty="0"/>
            </a:br>
            <a:r>
              <a:rPr lang="en-US" altLang="zh-CN" dirty="0"/>
              <a:t>end</a:t>
            </a:r>
          </a:p>
          <a:p>
            <a:br>
              <a:rPr lang="en-US" altLang="zh-CN" dirty="0"/>
            </a:br>
            <a:r>
              <a:rPr lang="en-US" altLang="zh-CN" dirty="0"/>
              <a:t>2.</a:t>
            </a:r>
            <a:r>
              <a:rPr lang="zh-CN" altLang="en-US" dirty="0"/>
              <a:t>所有信号都需要寄存两拍吗</a:t>
            </a:r>
            <a:br>
              <a:rPr lang="zh-CN" altLang="en-US" dirty="0"/>
            </a:br>
            <a:r>
              <a:rPr lang="zh-CN" altLang="en-US" dirty="0"/>
              <a:t>如果这个输入信号来自异步时钟域</a:t>
            </a:r>
            <a:r>
              <a:rPr lang="en-US" altLang="zh-CN" dirty="0"/>
              <a:t>(</a:t>
            </a:r>
            <a:r>
              <a:rPr lang="zh-CN" altLang="en-US" dirty="0"/>
              <a:t>比如</a:t>
            </a:r>
            <a:r>
              <a:rPr lang="en-US" altLang="zh-CN" dirty="0"/>
              <a:t>FPGA</a:t>
            </a:r>
            <a:r>
              <a:rPr lang="zh-CN" altLang="en-US" dirty="0"/>
              <a:t>芯片外部的输入</a:t>
            </a:r>
            <a:r>
              <a:rPr lang="en-US" altLang="zh-CN" dirty="0"/>
              <a:t>)</a:t>
            </a:r>
            <a:r>
              <a:rPr lang="zh-CN" altLang="en-US" dirty="0"/>
              <a:t>，必须寄存两拍。第一拍将输入信号同步化，同步化后的输出可能带来建立</a:t>
            </a:r>
            <a:r>
              <a:rPr lang="en-US" altLang="zh-CN" dirty="0"/>
              <a:t>/</a:t>
            </a:r>
            <a:r>
              <a:rPr lang="zh-CN" altLang="en-US" dirty="0"/>
              <a:t>保持时间的冲突，产生亚稳态。需要再寄存一拍，减少</a:t>
            </a:r>
            <a:r>
              <a:rPr lang="en-US" altLang="zh-CN" dirty="0"/>
              <a:t>(</a:t>
            </a:r>
            <a:r>
              <a:rPr lang="zh-CN" altLang="en-US" dirty="0"/>
              <a:t>注意是减少</a:t>
            </a:r>
            <a:r>
              <a:rPr lang="en-US" altLang="zh-CN" dirty="0"/>
              <a:t>)</a:t>
            </a:r>
            <a:r>
              <a:rPr lang="zh-CN" altLang="en-US" dirty="0"/>
              <a:t>亚稳态带来的影响。</a:t>
            </a:r>
            <a:br>
              <a:rPr lang="zh-CN" altLang="en-US" dirty="0"/>
            </a:br>
            <a:r>
              <a:rPr lang="zh-CN" altLang="en-US" dirty="0"/>
              <a:t>如果这个输入信号来自于同一时钟域且需要用到跳变沿，需要寄存一拍。否则时序报告多半会报</a:t>
            </a:r>
            <a:r>
              <a:rPr lang="en-US" altLang="zh-CN" dirty="0"/>
              <a:t>clock skew &gt; data delay</a:t>
            </a:r>
            <a:r>
              <a:rPr lang="zh-CN" altLang="en-US" dirty="0"/>
              <a:t>，造成建立</a:t>
            </a:r>
            <a:r>
              <a:rPr lang="en-US" altLang="zh-CN" dirty="0"/>
              <a:t>/</a:t>
            </a:r>
            <a:r>
              <a:rPr lang="zh-CN" altLang="en-US" dirty="0"/>
              <a:t>保持时间的冲突。</a:t>
            </a:r>
            <a:endParaRPr lang="en-US" altLang="zh-CN" dirty="0"/>
          </a:p>
          <a:p>
            <a:br>
              <a:rPr lang="zh-CN" altLang="en-US" dirty="0"/>
            </a:br>
            <a:r>
              <a:rPr lang="zh-CN" altLang="en-US" dirty="0"/>
              <a:t>总而言之，五条原则：</a:t>
            </a:r>
            <a:br>
              <a:rPr lang="zh-CN" altLang="en-US" dirty="0"/>
            </a:br>
            <a:r>
              <a:rPr lang="en-US" altLang="zh-CN" dirty="0"/>
              <a:t>1.</a:t>
            </a:r>
            <a:r>
              <a:rPr lang="zh-CN" altLang="en-US" dirty="0"/>
              <a:t>全局时钟的跳变沿最可靠。</a:t>
            </a:r>
            <a:br>
              <a:rPr lang="zh-CN" altLang="en-US" dirty="0"/>
            </a:br>
            <a:r>
              <a:rPr lang="en-US" altLang="zh-CN" dirty="0"/>
              <a:t>2.</a:t>
            </a:r>
            <a:r>
              <a:rPr lang="zh-CN" altLang="en-US" dirty="0"/>
              <a:t>来自异步时钟域的输入需要寄存一次以同步化，再寄存一次以减少亚稳态带来的影响。</a:t>
            </a:r>
            <a:br>
              <a:rPr lang="zh-CN" altLang="en-US" dirty="0"/>
            </a:br>
            <a:r>
              <a:rPr lang="en-US" altLang="zh-CN" dirty="0"/>
              <a:t>3.</a:t>
            </a:r>
            <a:r>
              <a:rPr lang="zh-CN" altLang="en-US" dirty="0"/>
              <a:t>不需要用到跳变沿的来自同一时钟域的输入，没有必要对信号进行寄存。</a:t>
            </a:r>
            <a:br>
              <a:rPr lang="zh-CN" altLang="en-US" dirty="0"/>
            </a:br>
            <a:r>
              <a:rPr lang="en-US" altLang="zh-CN" dirty="0"/>
              <a:t>4.</a:t>
            </a:r>
            <a:r>
              <a:rPr lang="zh-CN" altLang="en-US" dirty="0"/>
              <a:t>需要用到跳变沿的来自同一时钟域的输入，寄存一次即可。</a:t>
            </a:r>
            <a:br>
              <a:rPr lang="zh-CN" altLang="en-US" dirty="0"/>
            </a:br>
            <a:r>
              <a:rPr lang="en-US" altLang="zh-CN" dirty="0"/>
              <a:t>5.</a:t>
            </a:r>
            <a:r>
              <a:rPr lang="zh-CN" altLang="en-US" dirty="0"/>
              <a:t>需要用到跳变沿的来自不同时钟域的输入，需要用到</a:t>
            </a:r>
            <a:r>
              <a:rPr lang="en-US" altLang="zh-CN" dirty="0"/>
              <a:t>3</a:t>
            </a:r>
            <a:r>
              <a:rPr lang="zh-CN" altLang="en-US" dirty="0"/>
              <a:t>个触发器，前两个用以同步，第</a:t>
            </a:r>
            <a:r>
              <a:rPr lang="en-US" altLang="zh-CN" dirty="0"/>
              <a:t>3</a:t>
            </a:r>
            <a:r>
              <a:rPr lang="zh-CN" altLang="en-US" dirty="0"/>
              <a:t>个触发器的输出和第</a:t>
            </a:r>
            <a:r>
              <a:rPr lang="en-US" altLang="zh-CN" dirty="0"/>
              <a:t>2</a:t>
            </a:r>
            <a:r>
              <a:rPr lang="zh-CN" altLang="en-US" dirty="0"/>
              <a:t>个的输出经过逻辑门来判断跳变沿。</a:t>
            </a:r>
            <a:endParaRPr lang="en-US" altLang="zh-CN" dirty="0"/>
          </a:p>
          <a:p>
            <a:br>
              <a:rPr lang="zh-CN" altLang="en-US" dirty="0"/>
            </a:br>
            <a:r>
              <a:rPr lang="zh-CN" altLang="en-US" dirty="0"/>
              <a:t>给出一个</a:t>
            </a:r>
            <a:r>
              <a:rPr lang="en-US" altLang="zh-CN" dirty="0" err="1"/>
              <a:t>verilog</a:t>
            </a:r>
            <a:r>
              <a:rPr lang="zh-CN" altLang="en-US" dirty="0"/>
              <a:t>模板：</a:t>
            </a:r>
            <a:br>
              <a:rPr lang="zh-CN" altLang="en-US" dirty="0"/>
            </a:br>
            <a:r>
              <a:rPr lang="en-US" altLang="zh-CN" dirty="0"/>
              <a:t>always @ (</a:t>
            </a:r>
            <a:r>
              <a:rPr lang="en-US" altLang="zh-CN" dirty="0" err="1"/>
              <a:t>posedge</a:t>
            </a:r>
            <a:r>
              <a:rPr lang="en-US" altLang="zh-CN" dirty="0"/>
              <a:t> </a:t>
            </a:r>
            <a:r>
              <a:rPr lang="en-US" altLang="zh-CN" dirty="0" err="1"/>
              <a:t>clk</a:t>
            </a:r>
            <a:r>
              <a:rPr lang="en-US" altLang="zh-CN" dirty="0"/>
              <a:t>) //</a:t>
            </a:r>
            <a:r>
              <a:rPr lang="zh-CN" altLang="en-US" dirty="0"/>
              <a:t>不对输入信号进行寄存</a:t>
            </a:r>
            <a:br>
              <a:rPr lang="zh-CN" altLang="en-US" dirty="0"/>
            </a:br>
            <a:r>
              <a:rPr lang="en-US" altLang="zh-CN" dirty="0"/>
              <a:t>begin</a:t>
            </a:r>
            <a:br>
              <a:rPr lang="en-US" altLang="zh-CN" dirty="0"/>
            </a:br>
            <a:r>
              <a:rPr lang="en-US" altLang="zh-CN" dirty="0"/>
              <a:t>if (inputs)</a:t>
            </a:r>
            <a:br>
              <a:rPr lang="en-US" altLang="zh-CN" dirty="0"/>
            </a:br>
            <a:r>
              <a:rPr lang="en-US" altLang="zh-CN" dirty="0"/>
              <a:t>begin</a:t>
            </a:r>
            <a:br>
              <a:rPr lang="en-US" altLang="zh-CN" dirty="0"/>
            </a:br>
            <a:r>
              <a:rPr lang="en-US" altLang="zh-CN" dirty="0"/>
              <a:t>...</a:t>
            </a:r>
            <a:br>
              <a:rPr lang="en-US" altLang="zh-CN" dirty="0"/>
            </a:br>
            <a:r>
              <a:rPr lang="en-US" altLang="zh-CN" dirty="0"/>
              <a:t>end</a:t>
            </a:r>
            <a:br>
              <a:rPr lang="en-US" altLang="zh-CN" dirty="0"/>
            </a:br>
            <a:r>
              <a:rPr lang="en-US" altLang="zh-CN" dirty="0"/>
              <a:t>...</a:t>
            </a:r>
            <a:br>
              <a:rPr lang="en-US" altLang="zh-CN" dirty="0"/>
            </a:br>
            <a:r>
              <a:rPr lang="en-US" altLang="zh-CN" dirty="0"/>
              <a:t>end</a:t>
            </a:r>
          </a:p>
          <a:p>
            <a:br>
              <a:rPr lang="en-US" altLang="zh-CN" dirty="0"/>
            </a:br>
            <a:r>
              <a:rPr lang="en-US" altLang="zh-CN" dirty="0"/>
              <a:t>always @ (</a:t>
            </a:r>
            <a:r>
              <a:rPr lang="en-US" altLang="zh-CN" dirty="0" err="1"/>
              <a:t>posedge</a:t>
            </a:r>
            <a:r>
              <a:rPr lang="en-US" altLang="zh-CN" dirty="0"/>
              <a:t> </a:t>
            </a:r>
            <a:r>
              <a:rPr lang="en-US" altLang="zh-CN" dirty="0" err="1"/>
              <a:t>clk</a:t>
            </a:r>
            <a:r>
              <a:rPr lang="en-US" altLang="zh-CN" dirty="0"/>
              <a:t>) //</a:t>
            </a:r>
            <a:r>
              <a:rPr lang="zh-CN" altLang="en-US" dirty="0"/>
              <a:t>对输入信号寄存一拍</a:t>
            </a:r>
            <a:br>
              <a:rPr lang="zh-CN" altLang="en-US" dirty="0"/>
            </a:br>
            <a:r>
              <a:rPr lang="en-US" altLang="zh-CN" dirty="0"/>
              <a:t>begin</a:t>
            </a:r>
            <a:br>
              <a:rPr lang="en-US" altLang="zh-CN" dirty="0"/>
            </a:br>
            <a:r>
              <a:rPr lang="en-US" altLang="zh-CN" dirty="0" err="1"/>
              <a:t>inputs_reg</a:t>
            </a:r>
            <a:r>
              <a:rPr lang="en-US" altLang="zh-CN" dirty="0"/>
              <a:t> &lt;= inputs;</a:t>
            </a:r>
            <a:br>
              <a:rPr lang="en-US" altLang="zh-CN" dirty="0"/>
            </a:br>
            <a:r>
              <a:rPr lang="en-US" altLang="zh-CN" dirty="0"/>
              <a:t>if (</a:t>
            </a:r>
            <a:r>
              <a:rPr lang="en-US" altLang="zh-CN" dirty="0" err="1"/>
              <a:t>inputs_reg</a:t>
            </a:r>
            <a:r>
              <a:rPr lang="en-US" altLang="zh-CN" dirty="0"/>
              <a:t> == 1'b0 &amp;&amp; inputs == 1'b1)</a:t>
            </a:r>
            <a:br>
              <a:rPr lang="en-US" altLang="zh-CN" dirty="0"/>
            </a:br>
            <a:r>
              <a:rPr lang="en-US" altLang="zh-CN" dirty="0"/>
              <a:t>begin</a:t>
            </a:r>
            <a:br>
              <a:rPr lang="en-US" altLang="zh-CN" dirty="0"/>
            </a:br>
            <a:r>
              <a:rPr lang="en-US" altLang="zh-CN" dirty="0"/>
              <a:t>...</a:t>
            </a:r>
            <a:br>
              <a:rPr lang="en-US" altLang="zh-CN" dirty="0"/>
            </a:br>
            <a:r>
              <a:rPr lang="en-US" altLang="zh-CN" dirty="0"/>
              <a:t>end</a:t>
            </a:r>
            <a:br>
              <a:rPr lang="en-US" altLang="zh-CN" dirty="0"/>
            </a:br>
            <a:r>
              <a:rPr lang="en-US" altLang="zh-CN" dirty="0"/>
              <a:t>...</a:t>
            </a:r>
            <a:br>
              <a:rPr lang="en-US" altLang="zh-CN" dirty="0"/>
            </a:br>
            <a:r>
              <a:rPr lang="en-US" altLang="zh-CN" dirty="0"/>
              <a:t>end</a:t>
            </a:r>
          </a:p>
          <a:p>
            <a:br>
              <a:rPr lang="en-US" altLang="zh-CN" dirty="0"/>
            </a:br>
            <a:r>
              <a:rPr lang="en-US" altLang="zh-CN" dirty="0"/>
              <a:t>always @ (</a:t>
            </a:r>
            <a:r>
              <a:rPr lang="en-US" altLang="zh-CN" dirty="0" err="1"/>
              <a:t>posedge</a:t>
            </a:r>
            <a:r>
              <a:rPr lang="en-US" altLang="zh-CN" dirty="0"/>
              <a:t> </a:t>
            </a:r>
            <a:r>
              <a:rPr lang="en-US" altLang="zh-CN" dirty="0" err="1"/>
              <a:t>clk</a:t>
            </a:r>
            <a:r>
              <a:rPr lang="en-US" altLang="zh-CN" dirty="0"/>
              <a:t>) //</a:t>
            </a:r>
            <a:r>
              <a:rPr lang="zh-CN" altLang="en-US" dirty="0"/>
              <a:t>对输入信号寄存三拍</a:t>
            </a:r>
            <a:br>
              <a:rPr lang="zh-CN" altLang="en-US" dirty="0"/>
            </a:br>
            <a:r>
              <a:rPr lang="en-US" altLang="zh-CN" dirty="0"/>
              <a:t>begin</a:t>
            </a:r>
            <a:br>
              <a:rPr lang="en-US" altLang="zh-CN" dirty="0"/>
            </a:br>
            <a:r>
              <a:rPr lang="en-US" altLang="zh-CN" dirty="0"/>
              <a:t>inputs_reg1 &lt;= inputs;</a:t>
            </a:r>
            <a:br>
              <a:rPr lang="en-US" altLang="zh-CN" dirty="0"/>
            </a:br>
            <a:r>
              <a:rPr lang="en-US" altLang="zh-CN" dirty="0"/>
              <a:t>inputs_reg2 &lt;= inputs_reg1;</a:t>
            </a:r>
            <a:br>
              <a:rPr lang="en-US" altLang="zh-CN" dirty="0"/>
            </a:br>
            <a:r>
              <a:rPr lang="en-US" altLang="zh-CN" dirty="0"/>
              <a:t>inputs_reg3 &lt;= inputs_reg2;</a:t>
            </a:r>
            <a:br>
              <a:rPr lang="en-US" altLang="zh-CN" dirty="0"/>
            </a:br>
            <a:r>
              <a:rPr lang="en-US" altLang="zh-CN" dirty="0"/>
              <a:t>if (inputs_reg2 == 1'b1 &amp;&amp; inputs_reg3 == 1'b0)</a:t>
            </a:r>
            <a:br>
              <a:rPr lang="en-US" altLang="zh-CN" dirty="0"/>
            </a:br>
            <a:r>
              <a:rPr lang="en-US" altLang="zh-CN" dirty="0"/>
              <a:t>begin</a:t>
            </a:r>
            <a:br>
              <a:rPr lang="en-US" altLang="zh-CN" dirty="0"/>
            </a:br>
            <a:r>
              <a:rPr lang="en-US" altLang="zh-CN" dirty="0"/>
              <a:t>...</a:t>
            </a:r>
            <a:br>
              <a:rPr lang="en-US" altLang="zh-CN" dirty="0"/>
            </a:br>
            <a:r>
              <a:rPr lang="en-US" altLang="zh-CN" dirty="0"/>
              <a:t>end</a:t>
            </a:r>
            <a:br>
              <a:rPr lang="en-US" altLang="zh-CN" dirty="0"/>
            </a:br>
            <a:r>
              <a:rPr lang="en-US" altLang="zh-CN" dirty="0"/>
              <a:t>...</a:t>
            </a:r>
            <a:br>
              <a:rPr lang="en-US" altLang="zh-CN" dirty="0"/>
            </a:br>
            <a:r>
              <a:rPr lang="en-US" altLang="zh-CN" dirty="0"/>
              <a:t>end</a:t>
            </a:r>
          </a:p>
          <a:p>
            <a:endParaRPr lang="zh-CN" altLang="en-US" dirty="0"/>
          </a:p>
        </p:txBody>
      </p:sp>
      <p:sp>
        <p:nvSpPr>
          <p:cNvPr id="25604" name="灯片编号占位符 3">
            <a:extLst>
              <a:ext uri="{FF2B5EF4-FFF2-40B4-BE49-F238E27FC236}">
                <a16:creationId xmlns:a16="http://schemas.microsoft.com/office/drawing/2014/main" id="{6C9BBFED-0A21-4E83-A778-08B957FF7DF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4F7E800-A564-4F13-82FE-68A19A74BA6D}" type="slidenum">
              <a:rPr lang="zh-CN" altLang="en-US" smtClean="0"/>
              <a:pPr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43025BB-334B-4721-8906-90D8E73C146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 anchor="ctr"/>
          <a:lstStyle>
            <a:lvl1pPr>
              <a:defRPr sz="1600"/>
            </a:lvl1pPr>
          </a:lstStyle>
          <a:p>
            <a:pPr>
              <a:defRPr/>
            </a:pPr>
            <a:fld id="{D78EA749-3C4B-4405-B107-45A5A98B4F01}" type="datetime1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F0C15F3-C403-49C0-94AF-107A5FC17A8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2590800" y="6381750"/>
            <a:ext cx="4419600" cy="339725"/>
          </a:xfrm>
        </p:spPr>
        <p:txBody>
          <a:bodyPr anchor="ctr"/>
          <a:lstStyle>
            <a:lvl1pPr>
              <a:defRPr sz="1600"/>
            </a:lvl1pPr>
          </a:lstStyle>
          <a:p>
            <a:pPr>
              <a:defRPr/>
            </a:pPr>
            <a:r>
              <a:rPr lang="zh-CN" altLang="en-US" dirty="0"/>
              <a:t>数字逻辑设计进阶实验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8B9C4CB-2A18-4684-A8D0-A702922ABB3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0400" y="6381750"/>
            <a:ext cx="1676400" cy="339725"/>
          </a:xfrm>
        </p:spPr>
        <p:txBody>
          <a:bodyPr anchor="ctr"/>
          <a:lstStyle>
            <a:lvl1pPr>
              <a:defRPr sz="1600"/>
            </a:lvl1pPr>
          </a:lstStyle>
          <a:p>
            <a:pPr>
              <a:defRPr/>
            </a:pPr>
            <a:fld id="{AD4F34A6-D7C2-4715-9011-AD6A3624E03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175600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13000"/>
            <a:ext cx="8229600" cy="4896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0D0757D-6BE4-40E2-AFCA-9CAD8A395B5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 anchor="ctr"/>
          <a:lstStyle>
            <a:lvl1pPr>
              <a:defRPr sz="1600"/>
            </a:lvl1pPr>
          </a:lstStyle>
          <a:p>
            <a:pPr>
              <a:defRPr/>
            </a:pPr>
            <a:fld id="{10FC046F-C8B0-4E23-B1AA-02926C53D775}" type="datetime1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CBD6457-052B-4A54-A4B0-27C7DBEE897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2590800" y="6381750"/>
            <a:ext cx="4495800" cy="339725"/>
          </a:xfrm>
        </p:spPr>
        <p:txBody>
          <a:bodyPr anchor="ctr"/>
          <a:lstStyle>
            <a:lvl1pPr>
              <a:defRPr sz="1600"/>
            </a:lvl1pPr>
          </a:lstStyle>
          <a:p>
            <a:pPr>
              <a:defRPr/>
            </a:pPr>
            <a:r>
              <a:rPr lang="zh-CN" altLang="en-US" dirty="0"/>
              <a:t>数字逻辑设计进阶实验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D36BB9A-6392-42A6-863C-B27F05446DE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86600" y="6381750"/>
            <a:ext cx="1600200" cy="339725"/>
          </a:xfrm>
        </p:spPr>
        <p:txBody>
          <a:bodyPr anchor="ctr"/>
          <a:lstStyle>
            <a:lvl1pPr>
              <a:defRPr sz="1600"/>
            </a:lvl1pPr>
          </a:lstStyle>
          <a:p>
            <a:pPr>
              <a:defRPr/>
            </a:pPr>
            <a:fld id="{6D601D92-7DBD-45E5-8861-874C856BB5D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609961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926532C-3D6E-40D4-A393-39A0F3ED598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80B073-89B5-4B5A-9E45-0B3B6D53DAA5}" type="datetime1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9C94878-DC8C-4294-AC64-12D225B4D94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 dirty="0"/>
              <a:t>数字逻辑设计进阶实验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3A5E9A4-2C67-4ADF-A69E-1B00BC33A89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0F84C4-8774-46EC-A188-A8D0EAD98F2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830890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C1643D8-18D6-4794-B4DA-CE32FBD5BD7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5C5ED3-5780-461A-92B8-181EB8E17BA6}" type="datetime1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D352658-65F3-4A69-B87B-09C981042B3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 dirty="0"/>
              <a:t>数字逻辑设计进阶实验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2A9656B-9C73-4D23-B32F-90E695B630A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A1616E-E4A3-4E4A-B149-95C2FE8923C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434138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88078B6E-4136-4D73-8E99-7DC5CC89C9F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7423BD-57B5-42D1-ACAA-56D4915A9DE7}" type="datetime1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45639515-C955-4ACE-9E8B-608CD453FDF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 dirty="0"/>
              <a:t>数字逻辑设计进阶实验</a:t>
            </a: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EB1BE647-6CFD-4DB9-9834-49B62F49705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C27D17-5BC0-4629-B6AD-9FB1E754C32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967710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0A09DF53-94B5-4FE7-A513-8DAEAEB3763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130928-766E-4227-A934-9BABC1E16E5F}" type="datetime1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FEAB328E-AE24-4B8C-B41F-4C9A646CF81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 dirty="0"/>
              <a:t>数字逻辑设计进阶实验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9C7E553A-EEB2-4274-8EBA-FFDF9736B2C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EE496C-A059-4B46-9D91-199232D9E78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66928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6">
            <a:extLst>
              <a:ext uri="{FF2B5EF4-FFF2-40B4-BE49-F238E27FC236}">
                <a16:creationId xmlns:a16="http://schemas.microsoft.com/office/drawing/2014/main" id="{92B59061-54F9-4285-B865-49BE12B4FB2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163" y="381000"/>
            <a:ext cx="8575675" cy="563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4">
            <a:extLst>
              <a:ext uri="{FF2B5EF4-FFF2-40B4-BE49-F238E27FC236}">
                <a16:creationId xmlns:a16="http://schemas.microsoft.com/office/drawing/2014/main" id="{29A4187E-5D4E-46BE-935D-A49D946C9DD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F8D4E4-82C8-4C16-A258-07FBF00A35FB}" type="datetime1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DE2F496C-7F0D-4D90-9B1B-4E3DADEEBF0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 dirty="0"/>
              <a:t>数字逻辑设计进阶实验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7F82AEEC-ED13-4563-B497-5514E42D955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F206C4-345A-44F7-A3FE-9FB18F9C16A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004771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88C6083-4893-49E0-BD51-22CAB0B16DF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93B41B-3A6B-461D-AE54-46C3C2FCD612}" type="datetime1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622DE86-E1FB-4E1E-8491-39E7ECD1069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 dirty="0"/>
              <a:t>数字逻辑设计进阶实验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A66A6C2-F9D5-490E-A8ED-2839ED2F9BB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0009E3-56A4-4F39-9F35-AB0F7C685C7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296840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57D8114-FCA0-49D4-A2C2-266BA64558C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0F85E0-0A24-4761-8111-3A408CD421DA}" type="datetime1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CE86DAE-0B37-4067-89C5-17E907F388C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 dirty="0"/>
              <a:t>数字逻辑设计进阶实验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AED3464-7A92-4F78-9F69-8F8378A2114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2F6682-7168-4E10-B33D-126E6908D79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274351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25D1B68-0E45-405B-BBD6-60A3B73C2B5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7EB3A6-11C8-42CD-9851-2F07AA96A768}" type="datetime1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0EE0374-3F20-4507-8467-45720F720CE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 dirty="0"/>
              <a:t>数字逻辑设计进阶实验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913A18A-3783-4747-90B2-0346CE77826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181230-D201-4F28-B02B-CA60645BFEA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99114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7D31877-D78A-406A-92D9-E463C38AC47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A6349D-D360-45B3-A18E-58DAF749A7D2}" type="datetime1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2F34CA4-9399-4AFF-ADF1-6DA2599B839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 dirty="0"/>
              <a:t>数字逻辑设计进阶实验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526ADBF-E96C-4AFC-BAC3-9695D2BDD22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69BF1F-A836-4607-825D-0688B9A0A19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89791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D7E9DD25-C14B-48E9-9550-32E34B13B8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850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A4A08995-FA17-4909-BB6A-C759AE8E30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341438"/>
            <a:ext cx="8229600" cy="4784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C666F136-C1FD-4F09-B050-D4EE46BD49F1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381750"/>
            <a:ext cx="21336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fld id="{4B11424E-960E-4D02-8688-136A1E7B595B}" type="datetime1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5716FC9B-B7DC-4B10-9651-BD6A13FFB805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381750"/>
            <a:ext cx="28956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r>
              <a:rPr lang="zh-CN" altLang="en-US" dirty="0"/>
              <a:t>数字逻辑设计进阶实验</a:t>
            </a:r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D8AA7B35-05C5-4B26-AA05-FA2B87934F77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381750"/>
            <a:ext cx="21336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D4432A76-D428-482F-9511-D8BD57B96E3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cxnSp>
        <p:nvCxnSpPr>
          <p:cNvPr id="1031" name="直接连接符 6">
            <a:extLst>
              <a:ext uri="{FF2B5EF4-FFF2-40B4-BE49-F238E27FC236}">
                <a16:creationId xmlns:a16="http://schemas.microsoft.com/office/drawing/2014/main" id="{C99F6052-7A8B-46AA-B5BF-77D7A0774530}"/>
              </a:ext>
            </a:extLst>
          </p:cNvPr>
          <p:cNvCxnSpPr>
            <a:cxnSpLocks noChangeShapeType="1"/>
          </p:cNvCxnSpPr>
          <p:nvPr userDrawn="1"/>
        </p:nvCxnSpPr>
        <p:spPr bwMode="auto">
          <a:xfrm>
            <a:off x="457200" y="6308725"/>
            <a:ext cx="8229600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4556" r:id="rId1"/>
    <p:sldLayoutId id="2147484557" r:id="rId2"/>
    <p:sldLayoutId id="2147484558" r:id="rId3"/>
    <p:sldLayoutId id="2147484559" r:id="rId4"/>
    <p:sldLayoutId id="2147484560" r:id="rId5"/>
    <p:sldLayoutId id="2147484561" r:id="rId6"/>
    <p:sldLayoutId id="2147484562" r:id="rId7"/>
    <p:sldLayoutId id="2147484563" r:id="rId8"/>
    <p:sldLayoutId id="2147484564" r:id="rId9"/>
    <p:sldLayoutId id="2147484565" r:id="rId10"/>
    <p:sldLayoutId id="2147484566" r:id="rId11"/>
  </p:sldLayoutIdLst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b="1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标题 1">
            <a:extLst>
              <a:ext uri="{FF2B5EF4-FFF2-40B4-BE49-F238E27FC236}">
                <a16:creationId xmlns:a16="http://schemas.microsoft.com/office/drawing/2014/main" id="{465FFAA4-AA51-46F0-8814-8C1C47381704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1882775"/>
            <a:ext cx="7772400" cy="1470025"/>
          </a:xfrm>
        </p:spPr>
        <p:txBody>
          <a:bodyPr/>
          <a:lstStyle/>
          <a:p>
            <a:r>
              <a:rPr lang="zh-CN" altLang="en-US" sz="4800" dirty="0">
                <a:latin typeface="黑体" panose="02010609060101010101" pitchFamily="49" charset="-122"/>
                <a:ea typeface="黑体" panose="02010609060101010101" pitchFamily="49" charset="-122"/>
              </a:rPr>
              <a:t>数字逻辑设计进阶实验</a:t>
            </a:r>
          </a:p>
        </p:txBody>
      </p:sp>
      <p:sp>
        <p:nvSpPr>
          <p:cNvPr id="14339" name="副标题 2">
            <a:extLst>
              <a:ext uri="{FF2B5EF4-FFF2-40B4-BE49-F238E27FC236}">
                <a16:creationId xmlns:a16="http://schemas.microsoft.com/office/drawing/2014/main" id="{9F73A125-80DB-4BF6-8251-F89F6147378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685800" y="3810000"/>
            <a:ext cx="7772400" cy="1371600"/>
          </a:xfrm>
        </p:spPr>
        <p:txBody>
          <a:bodyPr/>
          <a:lstStyle/>
          <a:p>
            <a:r>
              <a:rPr lang="zh-CN" altLang="en-US" sz="3600"/>
              <a:t>实验三  计数器与移位器</a:t>
            </a:r>
          </a:p>
        </p:txBody>
      </p:sp>
      <p:sp>
        <p:nvSpPr>
          <p:cNvPr id="14340" name="日期占位符 3">
            <a:extLst>
              <a:ext uri="{FF2B5EF4-FFF2-40B4-BE49-F238E27FC236}">
                <a16:creationId xmlns:a16="http://schemas.microsoft.com/office/drawing/2014/main" id="{9EE023A8-C25C-4524-A44C-3F8D13326D54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0129849-FACF-4588-8AD3-5CB8F3C26BCD}" type="datetime1">
              <a:rPr lang="zh-CN" altLang="en-US" sz="1800" b="0" smtClean="0">
                <a:latin typeface="Arial" panose="020B0604020202020204" pitchFamily="34" charset="0"/>
              </a:rPr>
              <a:t>2025/11/5</a:t>
            </a:fld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14341" name="页脚占位符 4">
            <a:extLst>
              <a:ext uri="{FF2B5EF4-FFF2-40B4-BE49-F238E27FC236}">
                <a16:creationId xmlns:a16="http://schemas.microsoft.com/office/drawing/2014/main" id="{579D1E18-246C-40E9-B736-89D650068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90800" y="6381750"/>
            <a:ext cx="4495800" cy="3397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800" b="0" dirty="0">
                <a:latin typeface="Arial" panose="020B0604020202020204" pitchFamily="34" charset="0"/>
              </a:rPr>
              <a:t>数字逻辑设计进阶实验</a:t>
            </a:r>
          </a:p>
        </p:txBody>
      </p:sp>
      <p:sp>
        <p:nvSpPr>
          <p:cNvPr id="14342" name="灯片编号占位符 5">
            <a:extLst>
              <a:ext uri="{FF2B5EF4-FFF2-40B4-BE49-F238E27FC236}">
                <a16:creationId xmlns:a16="http://schemas.microsoft.com/office/drawing/2014/main" id="{A302F6C3-C51A-42B5-BB62-190DC46D8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381750"/>
            <a:ext cx="1600200" cy="3397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976AF8F-EE9D-4B1D-93DF-07C9ACE0B60B}" type="slidenum">
              <a:rPr lang="en-US" altLang="zh-CN" sz="1800" b="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</a:t>
            </a:fld>
            <a:endParaRPr lang="en-US" altLang="zh-CN" sz="1800" b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7A9C552A-E099-4805-8F86-8B63933F3F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实验目的</a:t>
            </a:r>
          </a:p>
        </p:txBody>
      </p:sp>
      <p:sp>
        <p:nvSpPr>
          <p:cNvPr id="8198" name="内容占位符 1">
            <a:extLst>
              <a:ext uri="{FF2B5EF4-FFF2-40B4-BE49-F238E27FC236}">
                <a16:creationId xmlns:a16="http://schemas.microsoft.com/office/drawing/2014/main" id="{DE3B3327-D4F7-443B-96A5-A9F133E28F4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1" y="1524000"/>
            <a:ext cx="7864764" cy="4721225"/>
          </a:xfrm>
        </p:spPr>
        <p:txBody>
          <a:bodyPr/>
          <a:lstStyle/>
          <a:p>
            <a:pPr>
              <a:lnSpc>
                <a:spcPts val="3200"/>
              </a:lnSpc>
              <a:spcBef>
                <a:spcPts val="1200"/>
              </a:spcBef>
            </a:pPr>
            <a:r>
              <a:rPr lang="zh-CN" altLang="en-US" sz="2400"/>
              <a:t>掌握计数器与移位器的功能及其应用：定时、分频、开关</a:t>
            </a:r>
            <a:r>
              <a:rPr lang="zh-CN" altLang="en-US" sz="2400" dirty="0"/>
              <a:t>输入去抖动、数码管</a:t>
            </a:r>
            <a:r>
              <a:rPr lang="zh-CN" altLang="en-US" sz="2400"/>
              <a:t>动态扫描显示、串行通信等</a:t>
            </a:r>
            <a:endParaRPr lang="en-US" altLang="zh-CN" sz="2400" dirty="0"/>
          </a:p>
          <a:p>
            <a:pPr>
              <a:lnSpc>
                <a:spcPts val="3200"/>
              </a:lnSpc>
              <a:spcBef>
                <a:spcPts val="1200"/>
              </a:spcBef>
            </a:pPr>
            <a:r>
              <a:rPr lang="zh-CN" altLang="en-US" sz="2400" dirty="0"/>
              <a:t>熟练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掌握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Verilog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描述组合和时序逻辑电路的方法</a:t>
            </a:r>
            <a:endParaRPr lang="en-US" altLang="zh-CN" sz="24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ts val="3200"/>
              </a:lnSpc>
              <a:spcBef>
                <a:spcPts val="12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熟练掌握利用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EDA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工具，</a:t>
            </a:r>
            <a:r>
              <a:rPr lang="zh-CN" altLang="en-US" sz="24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进行逻辑电路设计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、仿真、调试、下载测试等基本方法</a:t>
            </a:r>
            <a:endParaRPr lang="en-US" altLang="zh-CN" sz="24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ts val="3200"/>
              </a:lnSpc>
              <a:spcBef>
                <a:spcPts val="1200"/>
              </a:spcBef>
            </a:pPr>
            <a:r>
              <a:rPr lang="zh-CN" altLang="en-US" sz="2400" b="1" dirty="0"/>
              <a:t>熟练掌握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查看生成电路及其性能和资源使用情况</a:t>
            </a:r>
            <a:endParaRPr lang="en-US" altLang="zh-CN" sz="24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ts val="3200"/>
              </a:lnSpc>
              <a:spcBef>
                <a:spcPts val="1200"/>
              </a:spcBef>
            </a:pPr>
            <a:endParaRPr lang="zh-CN" altLang="en-US" sz="24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ts val="3200"/>
              </a:lnSpc>
              <a:spcBef>
                <a:spcPts val="1200"/>
              </a:spcBef>
            </a:pPr>
            <a:endParaRPr lang="zh-CN" altLang="en-US" sz="24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日期占位符 3">
            <a:extLst>
              <a:ext uri="{FF2B5EF4-FFF2-40B4-BE49-F238E27FC236}">
                <a16:creationId xmlns:a16="http://schemas.microsoft.com/office/drawing/2014/main" id="{226BBEA8-ACB7-4B6B-AA32-8C235AF66FAA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xfrm>
            <a:off x="457200" y="6381750"/>
            <a:ext cx="2133600" cy="3397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F2FD2DE-871D-4624-82E4-760E8689EDF3}" type="datetime1">
              <a:rPr lang="zh-CN" altLang="en-US" sz="1800" b="0" smtClean="0">
                <a:latin typeface="Arial" panose="020B0604020202020204" pitchFamily="34" charset="0"/>
              </a:rPr>
              <a:t>2025/11/5</a:t>
            </a:fld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8" name="页脚占位符 4">
            <a:extLst>
              <a:ext uri="{FF2B5EF4-FFF2-40B4-BE49-F238E27FC236}">
                <a16:creationId xmlns:a16="http://schemas.microsoft.com/office/drawing/2014/main" id="{7A55FC04-81A5-491D-A545-F3BDEB4ADF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90800" y="6381750"/>
            <a:ext cx="4495800" cy="3397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800" b="0" dirty="0">
                <a:latin typeface="Arial" panose="020B0604020202020204" pitchFamily="34" charset="0"/>
              </a:rPr>
              <a:t>数字逻辑设计进阶实验</a:t>
            </a:r>
          </a:p>
        </p:txBody>
      </p:sp>
      <p:sp>
        <p:nvSpPr>
          <p:cNvPr id="9" name="灯片编号占位符 5">
            <a:extLst>
              <a:ext uri="{FF2B5EF4-FFF2-40B4-BE49-F238E27FC236}">
                <a16:creationId xmlns:a16="http://schemas.microsoft.com/office/drawing/2014/main" id="{A5F821C3-71A5-48D9-BF65-9849E3B16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381750"/>
            <a:ext cx="1600200" cy="3397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D0AF152-17B5-4109-B9D6-759651E9E23E}" type="slidenum">
              <a:rPr lang="en-US" altLang="zh-CN" sz="1800" b="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</a:t>
            </a:fld>
            <a:endParaRPr lang="en-US" altLang="zh-CN" sz="1800" b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内容占位符 8">
            <a:extLst>
              <a:ext uri="{FF2B5EF4-FFF2-40B4-BE49-F238E27FC236}">
                <a16:creationId xmlns:a16="http://schemas.microsoft.com/office/drawing/2014/main" id="{0E147B1E-9D9A-42D5-93CF-7BD6D265E10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1" y="1341439"/>
            <a:ext cx="8075239" cy="4859869"/>
          </a:xfrm>
        </p:spPr>
        <p:txBody>
          <a:bodyPr/>
          <a:lstStyle/>
          <a:p>
            <a:pPr marL="442913" indent="-442913"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zh-CN" altLang="en-US" sz="2400"/>
              <a:t>设计定时器（</a:t>
            </a:r>
            <a:r>
              <a:rPr lang="en-US" altLang="zh-CN" sz="2400"/>
              <a:t>Timer</a:t>
            </a:r>
            <a:r>
              <a:rPr lang="zh-CN" altLang="en-US" sz="2400"/>
              <a:t>，</a:t>
            </a:r>
            <a:r>
              <a:rPr lang="en-US" altLang="zh-CN" sz="2400"/>
              <a:t>TM</a:t>
            </a:r>
            <a:r>
              <a:rPr lang="zh-CN" altLang="en-US" sz="2400"/>
              <a:t>），并下载测试</a:t>
            </a:r>
            <a:endParaRPr lang="en-US" altLang="zh-CN" sz="2400"/>
          </a:p>
          <a:p>
            <a:pPr marL="442913" indent="-442913"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zh-CN" altLang="en-US" sz="2400"/>
              <a:t>分析通用测试单元</a:t>
            </a:r>
            <a:r>
              <a:rPr lang="en-US" altLang="zh-CN" sz="2400"/>
              <a:t> (</a:t>
            </a:r>
            <a:r>
              <a:rPr lang="en-US" altLang="zh-CN" sz="2400">
                <a:solidFill>
                  <a:srgbClr val="000000"/>
                </a:solidFill>
              </a:rPr>
              <a:t>Universal Test Unit, </a:t>
            </a:r>
            <a:r>
              <a:rPr lang="en-US" altLang="zh-CN" sz="2400"/>
              <a:t>UTU)</a:t>
            </a:r>
            <a:endParaRPr lang="en-US" altLang="zh-CN" sz="2000"/>
          </a:p>
        </p:txBody>
      </p:sp>
      <p:sp>
        <p:nvSpPr>
          <p:cNvPr id="29699" name="标题 1">
            <a:extLst>
              <a:ext uri="{FF2B5EF4-FFF2-40B4-BE49-F238E27FC236}">
                <a16:creationId xmlns:a16="http://schemas.microsoft.com/office/drawing/2014/main" id="{9B090555-F78C-49FA-9FFA-805592AB53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实验内容</a:t>
            </a:r>
          </a:p>
        </p:txBody>
      </p:sp>
      <p:sp>
        <p:nvSpPr>
          <p:cNvPr id="29701" name="日期占位符 3">
            <a:extLst>
              <a:ext uri="{FF2B5EF4-FFF2-40B4-BE49-F238E27FC236}">
                <a16:creationId xmlns:a16="http://schemas.microsoft.com/office/drawing/2014/main" id="{C7B08968-962E-4DEC-8769-E5E6A0B731A9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B49BA27-A13D-4A5A-BD08-4DBCBEBE4DFC}" type="datetime1">
              <a:rPr lang="zh-CN" altLang="en-US" sz="1800" b="0" smtClean="0">
                <a:latin typeface="Arial" panose="020B0604020202020204" pitchFamily="34" charset="0"/>
              </a:rPr>
              <a:t>2025/11/5</a:t>
            </a:fld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29702" name="页脚占位符 4">
            <a:extLst>
              <a:ext uri="{FF2B5EF4-FFF2-40B4-BE49-F238E27FC236}">
                <a16:creationId xmlns:a16="http://schemas.microsoft.com/office/drawing/2014/main" id="{3B85CBAF-ED76-4668-9BBC-E9660DDDA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800" b="0" dirty="0">
                <a:latin typeface="Arial" panose="020B0604020202020204" pitchFamily="34" charset="0"/>
              </a:rPr>
              <a:t>数字逻辑设计进阶实验</a:t>
            </a:r>
          </a:p>
        </p:txBody>
      </p:sp>
      <p:sp>
        <p:nvSpPr>
          <p:cNvPr id="29703" name="灯片编号占位符 5">
            <a:extLst>
              <a:ext uri="{FF2B5EF4-FFF2-40B4-BE49-F238E27FC236}">
                <a16:creationId xmlns:a16="http://schemas.microsoft.com/office/drawing/2014/main" id="{73FF96C4-5E27-49D9-885E-16099DDB5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BD20C70-12E0-4FC1-A57D-E42A2561B142}" type="slidenum">
              <a:rPr lang="en-US" altLang="zh-CN" sz="1800" b="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</a:t>
            </a:fld>
            <a:endParaRPr lang="en-US" altLang="zh-CN" sz="1800" b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27864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标题 1">
            <a:extLst>
              <a:ext uri="{FF2B5EF4-FFF2-40B4-BE49-F238E27FC236}">
                <a16:creationId xmlns:a16="http://schemas.microsoft.com/office/drawing/2014/main" id="{B4E84A5E-77E8-46CD-B88D-05726EF863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定时器</a:t>
            </a:r>
          </a:p>
        </p:txBody>
      </p:sp>
      <p:sp>
        <p:nvSpPr>
          <p:cNvPr id="22531" name="内容占位符 2">
            <a:extLst>
              <a:ext uri="{FF2B5EF4-FFF2-40B4-BE49-F238E27FC236}">
                <a16:creationId xmlns:a16="http://schemas.microsoft.com/office/drawing/2014/main" id="{A5781117-7738-4D8D-A9D7-11B05DB65C6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199" y="1232756"/>
            <a:ext cx="5259841" cy="2665463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lang="zh-CN" altLang="en-US" sz="2400" dirty="0"/>
              <a:t>定时器 </a:t>
            </a:r>
            <a:r>
              <a:rPr lang="en-US" altLang="zh-CN" sz="2400" b="0" dirty="0"/>
              <a:t>(Timer)</a:t>
            </a:r>
          </a:p>
          <a:p>
            <a:pPr lvl="1">
              <a:spcBef>
                <a:spcPts val="0"/>
              </a:spcBef>
              <a:spcAft>
                <a:spcPts val="1000"/>
              </a:spcAft>
            </a:pPr>
            <a:r>
              <a:rPr lang="en-US" altLang="zh-CN" sz="2000"/>
              <a:t>k</a:t>
            </a:r>
            <a:r>
              <a:rPr lang="zh-CN" altLang="en-US" sz="2000"/>
              <a:t>：定时常数，定时时长 </a:t>
            </a:r>
            <a:r>
              <a:rPr lang="en-US" altLang="zh-CN" sz="2000"/>
              <a:t>= k * T</a:t>
            </a:r>
            <a:r>
              <a:rPr lang="en-US" altLang="zh-CN" sz="2000" baseline="-10000"/>
              <a:t>clk</a:t>
            </a:r>
            <a:endParaRPr lang="en-US" altLang="zh-CN" sz="2000" baseline="-10000" dirty="0"/>
          </a:p>
          <a:p>
            <a:pPr lvl="1">
              <a:spcBef>
                <a:spcPts val="0"/>
              </a:spcBef>
              <a:spcAft>
                <a:spcPts val="1000"/>
              </a:spcAft>
            </a:pPr>
            <a:r>
              <a:rPr lang="en-US" altLang="zh-CN" sz="2000" dirty="0" err="1"/>
              <a:t>st</a:t>
            </a:r>
            <a:r>
              <a:rPr lang="zh-CN" altLang="en-US" sz="2000" dirty="0"/>
              <a:t>：</a:t>
            </a:r>
            <a:r>
              <a:rPr lang="en-US" altLang="zh-CN" sz="2000" dirty="0"/>
              <a:t>start</a:t>
            </a:r>
            <a:r>
              <a:rPr lang="zh-CN" altLang="en-US" sz="2000"/>
              <a:t>，启动</a:t>
            </a:r>
            <a:endParaRPr lang="en-US" altLang="zh-CN" sz="2000" dirty="0"/>
          </a:p>
          <a:p>
            <a:pPr lvl="1">
              <a:spcBef>
                <a:spcPts val="0"/>
              </a:spcBef>
              <a:spcAft>
                <a:spcPts val="1000"/>
              </a:spcAft>
            </a:pPr>
            <a:r>
              <a:rPr lang="en-US" altLang="zh-CN" sz="2000" dirty="0"/>
              <a:t>q</a:t>
            </a:r>
            <a:r>
              <a:rPr lang="zh-CN" altLang="en-US" sz="2000" dirty="0"/>
              <a:t>：计数器输出</a:t>
            </a:r>
            <a:endParaRPr lang="en-US" altLang="zh-CN" sz="2000" dirty="0"/>
          </a:p>
          <a:p>
            <a:pPr lvl="1">
              <a:spcBef>
                <a:spcPts val="0"/>
              </a:spcBef>
              <a:spcAft>
                <a:spcPts val="1000"/>
              </a:spcAft>
            </a:pPr>
            <a:r>
              <a:rPr lang="en-US" altLang="zh-CN" sz="2000" dirty="0"/>
              <a:t>td</a:t>
            </a:r>
            <a:r>
              <a:rPr lang="zh-CN" altLang="en-US" sz="2000" dirty="0"/>
              <a:t>：</a:t>
            </a:r>
            <a:r>
              <a:rPr lang="en-US" altLang="zh-CN" sz="2000" dirty="0"/>
              <a:t>timer done</a:t>
            </a:r>
            <a:r>
              <a:rPr lang="zh-CN" altLang="en-US" sz="2000" dirty="0"/>
              <a:t>，定时结束标志</a:t>
            </a:r>
            <a:endParaRPr lang="en-US" altLang="zh-CN" sz="2000" dirty="0"/>
          </a:p>
        </p:txBody>
      </p:sp>
      <p:sp>
        <p:nvSpPr>
          <p:cNvPr id="22532" name="日期占位符 3">
            <a:extLst>
              <a:ext uri="{FF2B5EF4-FFF2-40B4-BE49-F238E27FC236}">
                <a16:creationId xmlns:a16="http://schemas.microsoft.com/office/drawing/2014/main" id="{986731F1-80B5-4B4C-A482-1B66FE3578E6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392DE86-12C4-472E-8F2D-F0B8B22ABC87}" type="datetime1">
              <a:rPr lang="zh-CN" altLang="en-US" sz="1800" b="0" smtClean="0">
                <a:latin typeface="Arial" panose="020B0604020202020204" pitchFamily="34" charset="0"/>
              </a:rPr>
              <a:t>2025/11/5</a:t>
            </a:fld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22533" name="页脚占位符 4">
            <a:extLst>
              <a:ext uri="{FF2B5EF4-FFF2-40B4-BE49-F238E27FC236}">
                <a16:creationId xmlns:a16="http://schemas.microsoft.com/office/drawing/2014/main" id="{B65352CF-1519-4DBF-A791-FF7E416F2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800" b="0" dirty="0">
                <a:latin typeface="Arial" panose="020B0604020202020204" pitchFamily="34" charset="0"/>
              </a:rPr>
              <a:t>数字逻辑设计进阶实验</a:t>
            </a:r>
          </a:p>
        </p:txBody>
      </p:sp>
      <p:sp>
        <p:nvSpPr>
          <p:cNvPr id="22534" name="灯片编号占位符 5">
            <a:extLst>
              <a:ext uri="{FF2B5EF4-FFF2-40B4-BE49-F238E27FC236}">
                <a16:creationId xmlns:a16="http://schemas.microsoft.com/office/drawing/2014/main" id="{E771C866-3221-4C35-91B6-5BD27ADDB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D0715C3-03C6-4EDD-A6C3-D509F8E5BD0B}" type="slidenum">
              <a:rPr lang="en-US" altLang="zh-CN" sz="1800" b="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</a:t>
            </a:fld>
            <a:endParaRPr lang="en-US" altLang="zh-CN" sz="1800" b="0">
              <a:latin typeface="Arial" panose="020B0604020202020204" pitchFamily="34" charset="0"/>
            </a:endParaRPr>
          </a:p>
        </p:txBody>
      </p:sp>
      <p:sp>
        <p:nvSpPr>
          <p:cNvPr id="21" name="内容占位符 2">
            <a:extLst>
              <a:ext uri="{FF2B5EF4-FFF2-40B4-BE49-F238E27FC236}">
                <a16:creationId xmlns:a16="http://schemas.microsoft.com/office/drawing/2014/main" id="{81244F08-B1C6-482B-8FA1-A0EBADD3DC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199" y="3482846"/>
            <a:ext cx="8147249" cy="27556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lnSpc>
                <a:spcPts val="28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altLang="en-US" sz="2400" kern="0"/>
              <a:t>工作过程</a:t>
            </a:r>
            <a:endParaRPr lang="en-US" altLang="zh-CN" sz="2400" kern="0" dirty="0"/>
          </a:p>
          <a:p>
            <a:pPr lvl="1">
              <a:lnSpc>
                <a:spcPts val="28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altLang="en-US" sz="2000" kern="0"/>
              <a:t>复位时，计数器清零 </a:t>
            </a:r>
            <a:r>
              <a:rPr lang="en-US" altLang="zh-CN" sz="2000" kern="0"/>
              <a:t>(q = 0)</a:t>
            </a:r>
            <a:r>
              <a:rPr lang="zh-CN" altLang="en-US" sz="2000" kern="0"/>
              <a:t>，</a:t>
            </a:r>
            <a:r>
              <a:rPr lang="en-US" altLang="zh-CN" sz="2000" kern="0" dirty="0"/>
              <a:t>td </a:t>
            </a:r>
            <a:r>
              <a:rPr lang="en-US" altLang="zh-CN" sz="2000" kern="0"/>
              <a:t>= 1</a:t>
            </a:r>
            <a:endParaRPr lang="en-US" altLang="zh-CN" sz="2000" kern="0" dirty="0"/>
          </a:p>
          <a:p>
            <a:pPr lvl="1">
              <a:lnSpc>
                <a:spcPts val="28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altLang="en-US" sz="2000" kern="0"/>
              <a:t>当</a:t>
            </a:r>
            <a:r>
              <a:rPr lang="en-US" altLang="zh-CN" sz="2000" kern="0"/>
              <a:t>st = 1</a:t>
            </a:r>
            <a:r>
              <a:rPr lang="zh-CN" altLang="en-US" sz="2000" kern="0"/>
              <a:t>且</a:t>
            </a:r>
            <a:r>
              <a:rPr lang="en-US" altLang="zh-CN" sz="2000" kern="0"/>
              <a:t>td = 1</a:t>
            </a:r>
            <a:r>
              <a:rPr lang="zh-CN" altLang="en-US" sz="2000" kern="0"/>
              <a:t>时，</a:t>
            </a:r>
            <a:r>
              <a:rPr lang="en-US" altLang="zh-CN" sz="2000"/>
              <a:t>k</a:t>
            </a:r>
            <a:r>
              <a:rPr lang="zh-CN" altLang="en-US" sz="2000"/>
              <a:t>装入计数器 </a:t>
            </a:r>
            <a:r>
              <a:rPr lang="en-US" altLang="zh-CN" sz="2000"/>
              <a:t>(q = k)</a:t>
            </a:r>
            <a:r>
              <a:rPr lang="zh-CN" altLang="en-US" sz="2000"/>
              <a:t>，</a:t>
            </a:r>
            <a:r>
              <a:rPr lang="en-US" altLang="zh-CN" sz="2000" dirty="0"/>
              <a:t>td </a:t>
            </a:r>
            <a:r>
              <a:rPr lang="en-US" altLang="zh-CN" sz="2000"/>
              <a:t>= 0</a:t>
            </a:r>
            <a:r>
              <a:rPr lang="zh-CN" altLang="en-US" sz="2000"/>
              <a:t>，</a:t>
            </a:r>
            <a:r>
              <a:rPr lang="zh-CN" altLang="en-US" sz="2000" dirty="0"/>
              <a:t>随</a:t>
            </a:r>
            <a:r>
              <a:rPr lang="zh-CN" altLang="en-US" sz="2000"/>
              <a:t>后计数器递减计数，直至</a:t>
            </a:r>
            <a:r>
              <a:rPr lang="en-US" altLang="zh-CN" sz="2000"/>
              <a:t>q = 0</a:t>
            </a:r>
            <a:r>
              <a:rPr lang="zh-CN" altLang="en-US" sz="2000"/>
              <a:t>，此时</a:t>
            </a:r>
            <a:r>
              <a:rPr lang="en-US" altLang="zh-CN" sz="2000"/>
              <a:t>td = 1</a:t>
            </a:r>
          </a:p>
          <a:p>
            <a:pPr lvl="1">
              <a:lnSpc>
                <a:spcPts val="2800"/>
              </a:lnSpc>
              <a:spcBef>
                <a:spcPts val="0"/>
              </a:spcBef>
              <a:spcAft>
                <a:spcPts val="1200"/>
              </a:spcAft>
            </a:pPr>
            <a:r>
              <a:rPr lang="zh-CN" altLang="en-US" sz="2000"/>
              <a:t>在计数过程</a:t>
            </a:r>
            <a:r>
              <a:rPr lang="zh-CN" altLang="en-US" sz="2000" dirty="0"/>
              <a:t>中，</a:t>
            </a:r>
            <a:r>
              <a:rPr lang="en-US" altLang="zh-CN" sz="2000" err="1"/>
              <a:t>st</a:t>
            </a:r>
            <a:r>
              <a:rPr lang="en-US" altLang="zh-CN" sz="2000"/>
              <a:t> </a:t>
            </a:r>
            <a:r>
              <a:rPr lang="zh-CN" altLang="en-US" sz="2000"/>
              <a:t>的改变不影响计数器递减计数</a:t>
            </a:r>
            <a:endParaRPr lang="en-US" altLang="zh-CN" sz="2000"/>
          </a:p>
          <a:p>
            <a:pPr>
              <a:lnSpc>
                <a:spcPts val="28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altLang="en-US" sz="2400"/>
              <a:t>当 </a:t>
            </a:r>
            <a:r>
              <a:rPr lang="en-US" altLang="zh-CN" sz="2400"/>
              <a:t>st </a:t>
            </a:r>
            <a:r>
              <a:rPr lang="zh-CN" altLang="en-US" sz="2400"/>
              <a:t>一直为</a:t>
            </a:r>
            <a:r>
              <a:rPr lang="en-US" altLang="zh-CN" sz="2400"/>
              <a:t>1</a:t>
            </a:r>
            <a:r>
              <a:rPr lang="zh-CN" altLang="en-US" sz="2400"/>
              <a:t>时，定时器可用作分频器</a:t>
            </a:r>
            <a:endParaRPr lang="en-US" altLang="zh-CN" sz="2000" kern="0" dirty="0"/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AD192924-07D8-46BC-AE81-B81E9469684B}"/>
              </a:ext>
            </a:extLst>
          </p:cNvPr>
          <p:cNvGrpSpPr/>
          <p:nvPr/>
        </p:nvGrpSpPr>
        <p:grpSpPr>
          <a:xfrm>
            <a:off x="6552220" y="1553127"/>
            <a:ext cx="1724435" cy="1443825"/>
            <a:chOff x="6621619" y="1648476"/>
            <a:chExt cx="1724435" cy="1592300"/>
          </a:xfrm>
        </p:grpSpPr>
        <p:sp>
          <p:nvSpPr>
            <p:cNvPr id="20" name="Text Box 4">
              <a:extLst>
                <a:ext uri="{FF2B5EF4-FFF2-40B4-BE49-F238E27FC236}">
                  <a16:creationId xmlns:a16="http://schemas.microsoft.com/office/drawing/2014/main" id="{2EF301BF-D768-4144-A4AE-4CD8805077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74726" y="1648476"/>
              <a:ext cx="1007790" cy="159230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0" tIns="0" rIns="0" bIns="0" anchor="t" anchorCtr="0">
              <a:no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0"/>
                <a:t>TM</a:t>
              </a:r>
              <a:endParaRPr lang="en-US" altLang="zh-CN" sz="1800" b="0" dirty="0"/>
            </a:p>
          </p:txBody>
        </p:sp>
        <p:sp>
          <p:nvSpPr>
            <p:cNvPr id="22" name="TextBox 32">
              <a:extLst>
                <a:ext uri="{FF2B5EF4-FFF2-40B4-BE49-F238E27FC236}">
                  <a16:creationId xmlns:a16="http://schemas.microsoft.com/office/drawing/2014/main" id="{E13F9E3B-E72C-4AEF-A8A3-A564AA05A7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86415" y="2216562"/>
              <a:ext cx="169918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0" dirty="0" err="1"/>
                <a:t>st</a:t>
              </a:r>
              <a:endParaRPr lang="zh-CN" altLang="en-US" sz="2000" b="0" dirty="0"/>
            </a:p>
          </p:txBody>
        </p: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C83EC5EF-63EE-4892-BD61-EF65254D6D6F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622301" y="2393046"/>
              <a:ext cx="352425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32">
              <a:extLst>
                <a:ext uri="{FF2B5EF4-FFF2-40B4-BE49-F238E27FC236}">
                  <a16:creationId xmlns:a16="http://schemas.microsoft.com/office/drawing/2014/main" id="{B80853BE-EA6E-4BE8-A161-14BF4C5AB4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96793" y="1888778"/>
              <a:ext cx="128240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0"/>
                <a:t>k</a:t>
              </a:r>
              <a:endParaRPr lang="zh-CN" altLang="en-US" sz="2000" b="0" dirty="0"/>
            </a:p>
          </p:txBody>
        </p: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B686CB4C-08AA-44C8-A909-AC63C9E1C12A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622301" y="2065585"/>
              <a:ext cx="352425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6399F99A-920C-48A6-A02A-D6C1EA6A1A26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991750" y="2235266"/>
              <a:ext cx="352425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34">
              <a:extLst>
                <a:ext uri="{FF2B5EF4-FFF2-40B4-BE49-F238E27FC236}">
                  <a16:creationId xmlns:a16="http://schemas.microsoft.com/office/drawing/2014/main" id="{48F1FDA1-1073-496B-BF2D-7DA9AE383A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53495" y="1995551"/>
              <a:ext cx="371160" cy="3527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0" dirty="0"/>
                <a:t>q</a:t>
              </a:r>
              <a:endParaRPr lang="zh-CN" altLang="en-US" sz="2000" b="0" dirty="0"/>
            </a:p>
          </p:txBody>
        </p: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AA0EA03F-EFF9-4C41-857D-CE76F4EF8820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982516" y="2744735"/>
              <a:ext cx="363538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4">
              <a:extLst>
                <a:ext uri="{FF2B5EF4-FFF2-40B4-BE49-F238E27FC236}">
                  <a16:creationId xmlns:a16="http://schemas.microsoft.com/office/drawing/2014/main" id="{DB176814-3053-42EB-8DF3-F24E8AFC1D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08605" y="2556623"/>
              <a:ext cx="371160" cy="3527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0" dirty="0"/>
                <a:t>td</a:t>
              </a:r>
              <a:endParaRPr lang="zh-CN" altLang="en-US" sz="2000" b="0" dirty="0"/>
            </a:p>
          </p:txBody>
        </p:sp>
        <p:sp>
          <p:nvSpPr>
            <p:cNvPr id="35" name="TextBox 32">
              <a:extLst>
                <a:ext uri="{FF2B5EF4-FFF2-40B4-BE49-F238E27FC236}">
                  <a16:creationId xmlns:a16="http://schemas.microsoft.com/office/drawing/2014/main" id="{B50D54D4-8377-4DCC-80E3-86A06698E6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85733" y="2515696"/>
              <a:ext cx="254878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0" dirty="0"/>
                <a:t>rs</a:t>
              </a:r>
              <a:r>
                <a:rPr lang="en-US" altLang="zh-CN" sz="2000" b="0"/>
                <a:t>t</a:t>
              </a:r>
              <a:endParaRPr lang="zh-CN" altLang="en-US" sz="2000" b="0" dirty="0"/>
            </a:p>
          </p:txBody>
        </p: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8AFAAAB1-2ABB-4C22-9369-D76E24C154CC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621619" y="2692180"/>
              <a:ext cx="352425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2">
              <a:extLst>
                <a:ext uri="{FF2B5EF4-FFF2-40B4-BE49-F238E27FC236}">
                  <a16:creationId xmlns:a16="http://schemas.microsoft.com/office/drawing/2014/main" id="{556E890B-8313-4754-9052-BE622FAA8A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85733" y="2799215"/>
              <a:ext cx="314189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0"/>
                <a:t>clk</a:t>
              </a:r>
              <a:endParaRPr lang="zh-CN" altLang="en-US" sz="2000" b="0" dirty="0"/>
            </a:p>
          </p:txBody>
        </p: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CAB4F544-2143-489C-ACC9-C385070C937D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621619" y="2975699"/>
              <a:ext cx="352425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矩形 1">
            <a:extLst>
              <a:ext uri="{FF2B5EF4-FFF2-40B4-BE49-F238E27FC236}">
                <a16:creationId xmlns:a16="http://schemas.microsoft.com/office/drawing/2014/main" id="{6DB0BA92-6414-475B-A0A1-D60DDA49B241}"/>
              </a:ext>
            </a:extLst>
          </p:cNvPr>
          <p:cNvSpPr/>
          <p:nvPr/>
        </p:nvSpPr>
        <p:spPr>
          <a:xfrm>
            <a:off x="6552220" y="5682735"/>
            <a:ext cx="18646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>
                <a:latin typeface="等线" panose="02010600030101010101" pitchFamily="2" charset="-122"/>
                <a:ea typeface="等线" panose="02010600030101010101" pitchFamily="2" charset="-122"/>
              </a:rPr>
              <a:t>ƒ</a:t>
            </a:r>
            <a:r>
              <a:rPr lang="en-US" altLang="zh-CN" baseline="-30000"/>
              <a:t>clk</a:t>
            </a:r>
            <a:r>
              <a:rPr lang="en-US" altLang="zh-CN" i="1"/>
              <a:t> </a:t>
            </a:r>
            <a:r>
              <a:rPr lang="en-US" altLang="zh-CN"/>
              <a:t>= (k+1) * </a:t>
            </a:r>
            <a:r>
              <a:rPr lang="en-US" altLang="zh-CN">
                <a:latin typeface="等线" panose="02010600030101010101" pitchFamily="2" charset="-122"/>
                <a:ea typeface="等线" panose="02010600030101010101" pitchFamily="2" charset="-122"/>
              </a:rPr>
              <a:t>ƒ</a:t>
            </a:r>
            <a:r>
              <a:rPr lang="en-US" altLang="zh-CN" baseline="-25000"/>
              <a:t>td 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组合 137">
            <a:extLst>
              <a:ext uri="{FF2B5EF4-FFF2-40B4-BE49-F238E27FC236}">
                <a16:creationId xmlns:a16="http://schemas.microsoft.com/office/drawing/2014/main" id="{F0CA605E-6239-47CC-8BBC-29EE0AEED0A4}"/>
              </a:ext>
            </a:extLst>
          </p:cNvPr>
          <p:cNvGrpSpPr>
            <a:grpSpLocks/>
          </p:cNvGrpSpPr>
          <p:nvPr/>
        </p:nvGrpSpPr>
        <p:grpSpPr bwMode="auto">
          <a:xfrm>
            <a:off x="2255719" y="2504303"/>
            <a:ext cx="4864219" cy="3014289"/>
            <a:chOff x="2990337" y="2025827"/>
            <a:chExt cx="4864219" cy="1566571"/>
          </a:xfrm>
        </p:grpSpPr>
        <p:sp>
          <p:nvSpPr>
            <p:cNvPr id="59" name="Line 2">
              <a:extLst>
                <a:ext uri="{FF2B5EF4-FFF2-40B4-BE49-F238E27FC236}">
                  <a16:creationId xmlns:a16="http://schemas.microsoft.com/office/drawing/2014/main" id="{1B8D4DFE-ABC2-4781-B3DD-C3DB56F949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38456" y="2025827"/>
              <a:ext cx="0" cy="155269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prstDash val="sys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65" name="Line 5">
              <a:extLst>
                <a:ext uri="{FF2B5EF4-FFF2-40B4-BE49-F238E27FC236}">
                  <a16:creationId xmlns:a16="http://schemas.microsoft.com/office/drawing/2014/main" id="{4D3AA522-2931-4B9F-85B9-3CCA4B2A13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3725" y="2029334"/>
              <a:ext cx="0" cy="1552696"/>
            </a:xfrm>
            <a:prstGeom prst="line">
              <a:avLst/>
            </a:prstGeom>
            <a:noFill/>
            <a:ln w="19050">
              <a:solidFill>
                <a:srgbClr val="0066FF"/>
              </a:solidFill>
              <a:prstDash val="sys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67" name="Line 8">
              <a:extLst>
                <a:ext uri="{FF2B5EF4-FFF2-40B4-BE49-F238E27FC236}">
                  <a16:creationId xmlns:a16="http://schemas.microsoft.com/office/drawing/2014/main" id="{D5BBC2E9-F096-46A6-985E-E7E095FB62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90337" y="2029334"/>
              <a:ext cx="0" cy="155269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prstDash val="sys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68" name="Line 5">
              <a:extLst>
                <a:ext uri="{FF2B5EF4-FFF2-40B4-BE49-F238E27FC236}">
                  <a16:creationId xmlns:a16="http://schemas.microsoft.com/office/drawing/2014/main" id="{5E45ABAC-209E-4492-A478-1AE254B4B7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54556" y="2029334"/>
              <a:ext cx="0" cy="155269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prstDash val="sys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66" name="Line 6">
              <a:extLst>
                <a:ext uri="{FF2B5EF4-FFF2-40B4-BE49-F238E27FC236}">
                  <a16:creationId xmlns:a16="http://schemas.microsoft.com/office/drawing/2014/main" id="{EBBDA6D4-E44F-445D-AE4F-6DB4C73C42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10191" y="2029334"/>
              <a:ext cx="0" cy="155269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prstDash val="sys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61" name="Line 3">
              <a:extLst>
                <a:ext uri="{FF2B5EF4-FFF2-40B4-BE49-F238E27FC236}">
                  <a16:creationId xmlns:a16="http://schemas.microsoft.com/office/drawing/2014/main" id="{64B54F16-9745-4019-9565-B76CEDE52E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57656" y="2039702"/>
              <a:ext cx="0" cy="15526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/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A80E998E-0CA7-4C8F-8F68-916E8CEF4714}"/>
              </a:ext>
            </a:extLst>
          </p:cNvPr>
          <p:cNvGrpSpPr/>
          <p:nvPr/>
        </p:nvGrpSpPr>
        <p:grpSpPr>
          <a:xfrm>
            <a:off x="1341438" y="2519542"/>
            <a:ext cx="6388100" cy="304800"/>
            <a:chOff x="1341438" y="2519542"/>
            <a:chExt cx="6388100" cy="304800"/>
          </a:xfrm>
        </p:grpSpPr>
        <p:sp>
          <p:nvSpPr>
            <p:cNvPr id="12" name="Line 23">
              <a:extLst>
                <a:ext uri="{FF2B5EF4-FFF2-40B4-BE49-F238E27FC236}">
                  <a16:creationId xmlns:a16="http://schemas.microsoft.com/office/drawing/2014/main" id="{2BFC5EB2-8967-4184-9BC3-7095AEBECA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99038" y="2824342"/>
              <a:ext cx="3048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13" name="Line 24">
              <a:extLst>
                <a:ext uri="{FF2B5EF4-FFF2-40B4-BE49-F238E27FC236}">
                  <a16:creationId xmlns:a16="http://schemas.microsoft.com/office/drawing/2014/main" id="{E8E76366-260C-47CD-8817-749191361D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03838" y="2519542"/>
              <a:ext cx="3048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14" name="Line 25">
              <a:extLst>
                <a:ext uri="{FF2B5EF4-FFF2-40B4-BE49-F238E27FC236}">
                  <a16:creationId xmlns:a16="http://schemas.microsoft.com/office/drawing/2014/main" id="{29FAA429-0016-4963-8CEA-94C919C4C0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08638" y="2824342"/>
              <a:ext cx="3048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15" name="Line 26">
              <a:extLst>
                <a:ext uri="{FF2B5EF4-FFF2-40B4-BE49-F238E27FC236}">
                  <a16:creationId xmlns:a16="http://schemas.microsoft.com/office/drawing/2014/main" id="{165E3B3B-F8E3-4149-A566-06E5B3928E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13438" y="2519542"/>
              <a:ext cx="3048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16" name="Line 27">
              <a:extLst>
                <a:ext uri="{FF2B5EF4-FFF2-40B4-BE49-F238E27FC236}">
                  <a16:creationId xmlns:a16="http://schemas.microsoft.com/office/drawing/2014/main" id="{CDACC09F-C185-4BBD-BC3B-23BBC65AB8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18238" y="2824342"/>
              <a:ext cx="3048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17" name="Line 28">
              <a:extLst>
                <a:ext uri="{FF2B5EF4-FFF2-40B4-BE49-F238E27FC236}">
                  <a16:creationId xmlns:a16="http://schemas.microsoft.com/office/drawing/2014/main" id="{F517EA72-9D39-4534-81E0-F263FB3141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23038" y="2519542"/>
              <a:ext cx="3048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18" name="Line 29">
              <a:extLst>
                <a:ext uri="{FF2B5EF4-FFF2-40B4-BE49-F238E27FC236}">
                  <a16:creationId xmlns:a16="http://schemas.microsoft.com/office/drawing/2014/main" id="{EF3C154E-ACA9-43A9-B869-4107B5CC45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27838" y="2824342"/>
              <a:ext cx="3048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19" name="Line 41">
              <a:extLst>
                <a:ext uri="{FF2B5EF4-FFF2-40B4-BE49-F238E27FC236}">
                  <a16:creationId xmlns:a16="http://schemas.microsoft.com/office/drawing/2014/main" id="{76F20999-3CBD-4C0E-82B7-182936AD39B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303838" y="2519542"/>
              <a:ext cx="0" cy="3048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20" name="Line 42">
              <a:extLst>
                <a:ext uri="{FF2B5EF4-FFF2-40B4-BE49-F238E27FC236}">
                  <a16:creationId xmlns:a16="http://schemas.microsoft.com/office/drawing/2014/main" id="{0F32A8E9-7227-4F9D-BAAD-762D8D177A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08638" y="2519542"/>
              <a:ext cx="0" cy="3048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21" name="Line 43">
              <a:extLst>
                <a:ext uri="{FF2B5EF4-FFF2-40B4-BE49-F238E27FC236}">
                  <a16:creationId xmlns:a16="http://schemas.microsoft.com/office/drawing/2014/main" id="{CBAAF141-DD16-4776-953C-13A13CB6536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913438" y="2519542"/>
              <a:ext cx="0" cy="3048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22" name="Line 44">
              <a:extLst>
                <a:ext uri="{FF2B5EF4-FFF2-40B4-BE49-F238E27FC236}">
                  <a16:creationId xmlns:a16="http://schemas.microsoft.com/office/drawing/2014/main" id="{4EF7E1F6-ED59-4BFA-9586-C731401848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18238" y="2519542"/>
              <a:ext cx="0" cy="3048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23" name="Line 45">
              <a:extLst>
                <a:ext uri="{FF2B5EF4-FFF2-40B4-BE49-F238E27FC236}">
                  <a16:creationId xmlns:a16="http://schemas.microsoft.com/office/drawing/2014/main" id="{97B910B1-2CDD-4F42-A2E3-DC45FC53457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523038" y="2519542"/>
              <a:ext cx="0" cy="3048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24" name="Line 46">
              <a:extLst>
                <a:ext uri="{FF2B5EF4-FFF2-40B4-BE49-F238E27FC236}">
                  <a16:creationId xmlns:a16="http://schemas.microsoft.com/office/drawing/2014/main" id="{AAE49B83-BC11-4D15-AD82-05EE4E6B6A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27838" y="2519542"/>
              <a:ext cx="0" cy="3048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26" name="Line 23">
              <a:extLst>
                <a:ext uri="{FF2B5EF4-FFF2-40B4-BE49-F238E27FC236}">
                  <a16:creationId xmlns:a16="http://schemas.microsoft.com/office/drawing/2014/main" id="{8B540C83-61F3-4839-B3AE-BDA338CBBB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41438" y="2824342"/>
              <a:ext cx="3048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27" name="Line 24">
              <a:extLst>
                <a:ext uri="{FF2B5EF4-FFF2-40B4-BE49-F238E27FC236}">
                  <a16:creationId xmlns:a16="http://schemas.microsoft.com/office/drawing/2014/main" id="{B47FB7F0-A240-424E-B6AC-2E865EFD83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46238" y="2519542"/>
              <a:ext cx="3048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28" name="Line 25">
              <a:extLst>
                <a:ext uri="{FF2B5EF4-FFF2-40B4-BE49-F238E27FC236}">
                  <a16:creationId xmlns:a16="http://schemas.microsoft.com/office/drawing/2014/main" id="{FF3CC355-E452-4A82-804D-13A169F04C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51038" y="2824342"/>
              <a:ext cx="3048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29" name="Line 26">
              <a:extLst>
                <a:ext uri="{FF2B5EF4-FFF2-40B4-BE49-F238E27FC236}">
                  <a16:creationId xmlns:a16="http://schemas.microsoft.com/office/drawing/2014/main" id="{3E35BB81-613E-4010-833D-7C87AC7DE8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5838" y="2519542"/>
              <a:ext cx="3048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30" name="Line 27">
              <a:extLst>
                <a:ext uri="{FF2B5EF4-FFF2-40B4-BE49-F238E27FC236}">
                  <a16:creationId xmlns:a16="http://schemas.microsoft.com/office/drawing/2014/main" id="{3D38A08F-5A2E-428F-A772-670D31B372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60638" y="2824342"/>
              <a:ext cx="3048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31" name="Line 28">
              <a:extLst>
                <a:ext uri="{FF2B5EF4-FFF2-40B4-BE49-F238E27FC236}">
                  <a16:creationId xmlns:a16="http://schemas.microsoft.com/office/drawing/2014/main" id="{0870235B-A46B-4EBB-8846-3DA3FEA77D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65438" y="2519542"/>
              <a:ext cx="3048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32" name="Line 29">
              <a:extLst>
                <a:ext uri="{FF2B5EF4-FFF2-40B4-BE49-F238E27FC236}">
                  <a16:creationId xmlns:a16="http://schemas.microsoft.com/office/drawing/2014/main" id="{E9ABAEB1-AA08-42E9-B428-2352961212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0238" y="2824342"/>
              <a:ext cx="3048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33" name="Line 30">
              <a:extLst>
                <a:ext uri="{FF2B5EF4-FFF2-40B4-BE49-F238E27FC236}">
                  <a16:creationId xmlns:a16="http://schemas.microsoft.com/office/drawing/2014/main" id="{DF742824-6E53-4969-8303-F79B97B92C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62338" y="2519542"/>
              <a:ext cx="3048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34" name="Line 31">
              <a:extLst>
                <a:ext uri="{FF2B5EF4-FFF2-40B4-BE49-F238E27FC236}">
                  <a16:creationId xmlns:a16="http://schemas.microsoft.com/office/drawing/2014/main" id="{FAD6B724-960A-4320-B27B-D68628CC80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67138" y="2824342"/>
              <a:ext cx="3048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35" name="Line 32">
              <a:extLst>
                <a:ext uri="{FF2B5EF4-FFF2-40B4-BE49-F238E27FC236}">
                  <a16:creationId xmlns:a16="http://schemas.microsoft.com/office/drawing/2014/main" id="{8C83163F-D8D3-4307-8BB1-7D3964E4E5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71938" y="2519542"/>
              <a:ext cx="3048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36" name="Line 34">
              <a:extLst>
                <a:ext uri="{FF2B5EF4-FFF2-40B4-BE49-F238E27FC236}">
                  <a16:creationId xmlns:a16="http://schemas.microsoft.com/office/drawing/2014/main" id="{F2DA61BF-A7B9-4255-BA8A-65A7DE494E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81538" y="2519542"/>
              <a:ext cx="3048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37" name="Line 35">
              <a:extLst>
                <a:ext uri="{FF2B5EF4-FFF2-40B4-BE49-F238E27FC236}">
                  <a16:creationId xmlns:a16="http://schemas.microsoft.com/office/drawing/2014/main" id="{6BD71601-AE29-498B-81B3-11B1C32674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76738" y="2824342"/>
              <a:ext cx="3048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38" name="Line 41">
              <a:extLst>
                <a:ext uri="{FF2B5EF4-FFF2-40B4-BE49-F238E27FC236}">
                  <a16:creationId xmlns:a16="http://schemas.microsoft.com/office/drawing/2014/main" id="{1414D978-1FB9-4E03-BFEA-39D12BC4772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46238" y="2519542"/>
              <a:ext cx="0" cy="3048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39" name="Line 42">
              <a:extLst>
                <a:ext uri="{FF2B5EF4-FFF2-40B4-BE49-F238E27FC236}">
                  <a16:creationId xmlns:a16="http://schemas.microsoft.com/office/drawing/2014/main" id="{737CE57F-6A19-48DB-A713-7660A0F9D8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51038" y="2519542"/>
              <a:ext cx="0" cy="3048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40" name="Line 43">
              <a:extLst>
                <a:ext uri="{FF2B5EF4-FFF2-40B4-BE49-F238E27FC236}">
                  <a16:creationId xmlns:a16="http://schemas.microsoft.com/office/drawing/2014/main" id="{2D322244-0453-4F69-9B21-FBC945F951A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55838" y="2519542"/>
              <a:ext cx="0" cy="3048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41" name="Line 44">
              <a:extLst>
                <a:ext uri="{FF2B5EF4-FFF2-40B4-BE49-F238E27FC236}">
                  <a16:creationId xmlns:a16="http://schemas.microsoft.com/office/drawing/2014/main" id="{45F40B86-98FF-4F51-94F4-52373FA5D2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60638" y="2519542"/>
              <a:ext cx="0" cy="3048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42" name="Line 45">
              <a:extLst>
                <a:ext uri="{FF2B5EF4-FFF2-40B4-BE49-F238E27FC236}">
                  <a16:creationId xmlns:a16="http://schemas.microsoft.com/office/drawing/2014/main" id="{2DCD68FE-AA5E-483D-A22A-82D18CA4808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65438" y="2519542"/>
              <a:ext cx="0" cy="3048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43" name="Line 46">
              <a:extLst>
                <a:ext uri="{FF2B5EF4-FFF2-40B4-BE49-F238E27FC236}">
                  <a16:creationId xmlns:a16="http://schemas.microsoft.com/office/drawing/2014/main" id="{7D485EDA-0D07-4BCD-9054-88FFCCC5B7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0238" y="2519542"/>
              <a:ext cx="0" cy="3048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44" name="Line 47">
              <a:extLst>
                <a:ext uri="{FF2B5EF4-FFF2-40B4-BE49-F238E27FC236}">
                  <a16:creationId xmlns:a16="http://schemas.microsoft.com/office/drawing/2014/main" id="{C487D0E4-32D2-4950-A463-2CF71E7867C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62338" y="2519542"/>
              <a:ext cx="0" cy="3048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45" name="Line 48">
              <a:extLst>
                <a:ext uri="{FF2B5EF4-FFF2-40B4-BE49-F238E27FC236}">
                  <a16:creationId xmlns:a16="http://schemas.microsoft.com/office/drawing/2014/main" id="{76976663-AF3B-4569-84C7-48E0123C03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67138" y="2519542"/>
              <a:ext cx="0" cy="3048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46" name="Line 49">
              <a:extLst>
                <a:ext uri="{FF2B5EF4-FFF2-40B4-BE49-F238E27FC236}">
                  <a16:creationId xmlns:a16="http://schemas.microsoft.com/office/drawing/2014/main" id="{7E19222F-1856-492B-BC4E-1CC5A105A60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71938" y="2519542"/>
              <a:ext cx="0" cy="3048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47" name="Line 50">
              <a:extLst>
                <a:ext uri="{FF2B5EF4-FFF2-40B4-BE49-F238E27FC236}">
                  <a16:creationId xmlns:a16="http://schemas.microsoft.com/office/drawing/2014/main" id="{B5221165-3A43-47EC-8D1D-BC949A7517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76738" y="2519542"/>
              <a:ext cx="0" cy="3048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48" name="Line 51">
              <a:extLst>
                <a:ext uri="{FF2B5EF4-FFF2-40B4-BE49-F238E27FC236}">
                  <a16:creationId xmlns:a16="http://schemas.microsoft.com/office/drawing/2014/main" id="{E03B75CC-EE02-4C81-9EB9-8D82F47D8B4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72302" y="2519542"/>
              <a:ext cx="0" cy="3048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49" name="Line 52">
              <a:extLst>
                <a:ext uri="{FF2B5EF4-FFF2-40B4-BE49-F238E27FC236}">
                  <a16:creationId xmlns:a16="http://schemas.microsoft.com/office/drawing/2014/main" id="{C52974A5-0EC3-4555-8857-C642F1C92F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86338" y="2519542"/>
              <a:ext cx="0" cy="3048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69" name="Line 32">
              <a:extLst>
                <a:ext uri="{FF2B5EF4-FFF2-40B4-BE49-F238E27FC236}">
                  <a16:creationId xmlns:a16="http://schemas.microsoft.com/office/drawing/2014/main" id="{F45C6A89-AE55-44BE-84DC-51A0CA5A74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19938" y="2519542"/>
              <a:ext cx="3048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70" name="Line 35">
              <a:extLst>
                <a:ext uri="{FF2B5EF4-FFF2-40B4-BE49-F238E27FC236}">
                  <a16:creationId xmlns:a16="http://schemas.microsoft.com/office/drawing/2014/main" id="{F7403BD3-B40A-4F5F-BAC8-319872BFA3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24738" y="2824342"/>
              <a:ext cx="3048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71" name="Line 49">
              <a:extLst>
                <a:ext uri="{FF2B5EF4-FFF2-40B4-BE49-F238E27FC236}">
                  <a16:creationId xmlns:a16="http://schemas.microsoft.com/office/drawing/2014/main" id="{97F8C89E-C848-4694-98CB-A7D1434249B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119938" y="2519542"/>
              <a:ext cx="0" cy="3048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72" name="Line 50">
              <a:extLst>
                <a:ext uri="{FF2B5EF4-FFF2-40B4-BE49-F238E27FC236}">
                  <a16:creationId xmlns:a16="http://schemas.microsoft.com/office/drawing/2014/main" id="{F7D708C2-434F-433F-B5D8-18087415C7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24738" y="2519542"/>
              <a:ext cx="0" cy="3048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/>
            </a:p>
          </p:txBody>
        </p:sp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E0272358-1C73-4FE8-A231-526C014DA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定时器 </a:t>
            </a:r>
            <a:r>
              <a:rPr lang="en-US" altLang="zh-CN"/>
              <a:t>(</a:t>
            </a:r>
            <a:r>
              <a:rPr lang="zh-CN" altLang="en-US"/>
              <a:t>续</a:t>
            </a:r>
            <a:r>
              <a:rPr lang="en-US" altLang="zh-CN"/>
              <a:t>)</a:t>
            </a:r>
            <a:endParaRPr lang="zh-CN" altLang="en-US" dirty="0"/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38F1FB57-846A-4173-854D-2C26E4A5C6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8904681"/>
              </p:ext>
            </p:extLst>
          </p:nvPr>
        </p:nvGraphicFramePr>
        <p:xfrm>
          <a:off x="1044000" y="3782837"/>
          <a:ext cx="670007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0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0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0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0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0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09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09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09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09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09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0909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altLang="zh-CN" sz="1600" b="0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1600" b="0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1600" b="0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CN" altLang="en-US" sz="1600" b="0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sz="1600" b="0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1600" b="0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1600" b="0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1600" b="0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CN" altLang="en-US" sz="1600" b="0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sz="1600" b="0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1600" b="0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1600" b="0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498F68E1-4C0F-4D22-A963-78864210B4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8581109"/>
              </p:ext>
            </p:extLst>
          </p:nvPr>
        </p:nvGraphicFramePr>
        <p:xfrm>
          <a:off x="1047334" y="5187340"/>
          <a:ext cx="670007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0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0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0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0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0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09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09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09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09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09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0909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altLang="zh-CN" sz="1600" b="0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1600" b="0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1600" b="0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CN" altLang="en-US" sz="1600" b="0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sz="1600" b="0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1600" b="0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1600" b="0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CN" altLang="en-US" sz="1600" b="0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sz="1600" b="0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1600" b="0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1600" b="0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CN" altLang="en-US" sz="1600" b="0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4" name="组合 3">
            <a:extLst>
              <a:ext uri="{FF2B5EF4-FFF2-40B4-BE49-F238E27FC236}">
                <a16:creationId xmlns:a16="http://schemas.microsoft.com/office/drawing/2014/main" id="{7FA95DFD-1C32-4921-9BDC-F1FC117CDADC}"/>
              </a:ext>
            </a:extLst>
          </p:cNvPr>
          <p:cNvGrpSpPr/>
          <p:nvPr/>
        </p:nvGrpSpPr>
        <p:grpSpPr>
          <a:xfrm>
            <a:off x="1341438" y="4570836"/>
            <a:ext cx="6382684" cy="333375"/>
            <a:chOff x="1341438" y="3038654"/>
            <a:chExt cx="6382684" cy="333375"/>
          </a:xfrm>
        </p:grpSpPr>
        <p:sp>
          <p:nvSpPr>
            <p:cNvPr id="50" name="Line 62">
              <a:extLst>
                <a:ext uri="{FF2B5EF4-FFF2-40B4-BE49-F238E27FC236}">
                  <a16:creationId xmlns:a16="http://schemas.microsoft.com/office/drawing/2014/main" id="{722FF4BE-ED9D-45E4-A790-EFBB1C56F62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41438" y="3372029"/>
              <a:ext cx="4572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51" name="Line 64">
              <a:extLst>
                <a:ext uri="{FF2B5EF4-FFF2-40B4-BE49-F238E27FC236}">
                  <a16:creationId xmlns:a16="http://schemas.microsoft.com/office/drawing/2014/main" id="{DC92E50A-040B-4F0D-A28F-EA50C88F905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98638" y="3038654"/>
              <a:ext cx="59254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53" name="Line 42">
              <a:extLst>
                <a:ext uri="{FF2B5EF4-FFF2-40B4-BE49-F238E27FC236}">
                  <a16:creationId xmlns:a16="http://schemas.microsoft.com/office/drawing/2014/main" id="{BAE0EC96-663F-41A1-B6D3-1EEF1327AF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03400" y="3038654"/>
              <a:ext cx="0" cy="33337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/>
            </a:p>
          </p:txBody>
        </p:sp>
      </p:grpSp>
      <p:grpSp>
        <p:nvGrpSpPr>
          <p:cNvPr id="73" name="组合 152">
            <a:extLst>
              <a:ext uri="{FF2B5EF4-FFF2-40B4-BE49-F238E27FC236}">
                <a16:creationId xmlns:a16="http://schemas.microsoft.com/office/drawing/2014/main" id="{CCEB29A6-8516-4B1A-9FD7-E8B2B8EE69B4}"/>
              </a:ext>
            </a:extLst>
          </p:cNvPr>
          <p:cNvGrpSpPr>
            <a:grpSpLocks/>
          </p:cNvGrpSpPr>
          <p:nvPr/>
        </p:nvGrpSpPr>
        <p:grpSpPr bwMode="auto">
          <a:xfrm flipV="1">
            <a:off x="1341438" y="5169994"/>
            <a:ext cx="6381695" cy="348603"/>
            <a:chOff x="2057378" y="3078029"/>
            <a:chExt cx="6382530" cy="320965"/>
          </a:xfrm>
        </p:grpSpPr>
        <p:sp>
          <p:nvSpPr>
            <p:cNvPr id="75" name="Line 42">
              <a:extLst>
                <a:ext uri="{FF2B5EF4-FFF2-40B4-BE49-F238E27FC236}">
                  <a16:creationId xmlns:a16="http://schemas.microsoft.com/office/drawing/2014/main" id="{49E5A46E-4171-48CE-BF4E-333DE4FCFE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39656" y="3094003"/>
              <a:ext cx="0" cy="30499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76" name="Line 62">
              <a:extLst>
                <a:ext uri="{FF2B5EF4-FFF2-40B4-BE49-F238E27FC236}">
                  <a16:creationId xmlns:a16="http://schemas.microsoft.com/office/drawing/2014/main" id="{9B179A8E-CF12-4DA2-B662-7946F7F6A2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57378" y="3398994"/>
              <a:ext cx="91440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77" name="Line 66">
              <a:extLst>
                <a:ext uri="{FF2B5EF4-FFF2-40B4-BE49-F238E27FC236}">
                  <a16:creationId xmlns:a16="http://schemas.microsoft.com/office/drawing/2014/main" id="{800A53A9-9722-4B2D-B501-853E5A7B75F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71780" y="3094003"/>
              <a:ext cx="182909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78" name="Line 42">
              <a:extLst>
                <a:ext uri="{FF2B5EF4-FFF2-40B4-BE49-F238E27FC236}">
                  <a16:creationId xmlns:a16="http://schemas.microsoft.com/office/drawing/2014/main" id="{71CCA869-EF15-4DBF-86EE-AA8B80BC8F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1781" y="3094003"/>
              <a:ext cx="0" cy="30499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79" name="Line 64">
              <a:extLst>
                <a:ext uri="{FF2B5EF4-FFF2-40B4-BE49-F238E27FC236}">
                  <a16:creationId xmlns:a16="http://schemas.microsoft.com/office/drawing/2014/main" id="{EB4C8876-6F8A-43BC-B0D2-322F53F9CF8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397915" y="3094003"/>
              <a:ext cx="183470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80" name="Line 42">
              <a:extLst>
                <a:ext uri="{FF2B5EF4-FFF2-40B4-BE49-F238E27FC236}">
                  <a16:creationId xmlns:a16="http://schemas.microsoft.com/office/drawing/2014/main" id="{D72E6424-74F2-4521-820A-BCDC461627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91128" y="3094003"/>
              <a:ext cx="0" cy="30499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110" name="Line 64">
              <a:extLst>
                <a:ext uri="{FF2B5EF4-FFF2-40B4-BE49-F238E27FC236}">
                  <a16:creationId xmlns:a16="http://schemas.microsoft.com/office/drawing/2014/main" id="{DF234694-1513-469A-BCD2-936F47B0D12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85404" y="3383023"/>
              <a:ext cx="60327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111" name="Line 42">
              <a:extLst>
                <a:ext uri="{FF2B5EF4-FFF2-40B4-BE49-F238E27FC236}">
                  <a16:creationId xmlns:a16="http://schemas.microsoft.com/office/drawing/2014/main" id="{2631F346-8E78-4AFF-AFCE-0403F7F931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90512" y="3078029"/>
              <a:ext cx="0" cy="30499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113" name="Line 64">
              <a:extLst>
                <a:ext uri="{FF2B5EF4-FFF2-40B4-BE49-F238E27FC236}">
                  <a16:creationId xmlns:a16="http://schemas.microsoft.com/office/drawing/2014/main" id="{9E848FB7-EFB3-4F27-832A-1D50DB9D19D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242858" y="3398994"/>
              <a:ext cx="59377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124" name="Line 42">
              <a:extLst>
                <a:ext uri="{FF2B5EF4-FFF2-40B4-BE49-F238E27FC236}">
                  <a16:creationId xmlns:a16="http://schemas.microsoft.com/office/drawing/2014/main" id="{281DB40F-42DD-4EBC-9FB0-EBCCFB93AB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49336" y="3092274"/>
              <a:ext cx="0" cy="30499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125" name="Line 64">
              <a:extLst>
                <a:ext uri="{FF2B5EF4-FFF2-40B4-BE49-F238E27FC236}">
                  <a16:creationId xmlns:a16="http://schemas.microsoft.com/office/drawing/2014/main" id="{C1C319EA-AD41-45C0-850A-CF6D5391D47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836634" y="3096401"/>
              <a:ext cx="60327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C0C1709B-BB87-4C7C-9D82-18BEE5E1E3B6}"/>
              </a:ext>
            </a:extLst>
          </p:cNvPr>
          <p:cNvGrpSpPr/>
          <p:nvPr/>
        </p:nvGrpSpPr>
        <p:grpSpPr>
          <a:xfrm>
            <a:off x="1341438" y="3205406"/>
            <a:ext cx="6388100" cy="342900"/>
            <a:chOff x="1341438" y="4343579"/>
            <a:chExt cx="6388100" cy="342900"/>
          </a:xfrm>
        </p:grpSpPr>
        <p:sp>
          <p:nvSpPr>
            <p:cNvPr id="83" name="Line 66">
              <a:extLst>
                <a:ext uri="{FF2B5EF4-FFF2-40B4-BE49-F238E27FC236}">
                  <a16:creationId xmlns:a16="http://schemas.microsoft.com/office/drawing/2014/main" id="{114AED46-4DBB-4BFE-AEA7-6C0E95D2B66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466628" y="4685648"/>
              <a:ext cx="58102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84" name="Line 62">
              <a:extLst>
                <a:ext uri="{FF2B5EF4-FFF2-40B4-BE49-F238E27FC236}">
                  <a16:creationId xmlns:a16="http://schemas.microsoft.com/office/drawing/2014/main" id="{BE7F6EA3-E9AB-45F9-8BB9-E0A36DCB4D8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41438" y="4676954"/>
              <a:ext cx="4572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85" name="Line 64">
              <a:extLst>
                <a:ext uri="{FF2B5EF4-FFF2-40B4-BE49-F238E27FC236}">
                  <a16:creationId xmlns:a16="http://schemas.microsoft.com/office/drawing/2014/main" id="{C8A2AEA5-D867-40F0-86F9-B534A795060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98638" y="4353104"/>
              <a:ext cx="65246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86" name="Line 66">
              <a:extLst>
                <a:ext uri="{FF2B5EF4-FFF2-40B4-BE49-F238E27FC236}">
                  <a16:creationId xmlns:a16="http://schemas.microsoft.com/office/drawing/2014/main" id="{3E486561-7AF5-4419-A99E-C685CB4417C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51100" y="4685648"/>
              <a:ext cx="236782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87" name="Line 42">
              <a:extLst>
                <a:ext uri="{FF2B5EF4-FFF2-40B4-BE49-F238E27FC236}">
                  <a16:creationId xmlns:a16="http://schemas.microsoft.com/office/drawing/2014/main" id="{72B39D3F-CDA4-4457-86D1-49018BBFD6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03400" y="4353104"/>
              <a:ext cx="0" cy="33337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88" name="Line 42">
              <a:extLst>
                <a:ext uri="{FF2B5EF4-FFF2-40B4-BE49-F238E27FC236}">
                  <a16:creationId xmlns:a16="http://schemas.microsoft.com/office/drawing/2014/main" id="{E0EABB78-69C3-454E-A9A0-897B083FC5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51100" y="4343579"/>
              <a:ext cx="0" cy="33337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89" name="Line 64">
              <a:extLst>
                <a:ext uri="{FF2B5EF4-FFF2-40B4-BE49-F238E27FC236}">
                  <a16:creationId xmlns:a16="http://schemas.microsoft.com/office/drawing/2014/main" id="{DC3155FA-E199-485B-AD26-85E47EA8EBD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047654" y="4353104"/>
              <a:ext cx="64928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90" name="Line 42">
              <a:extLst>
                <a:ext uri="{FF2B5EF4-FFF2-40B4-BE49-F238E27FC236}">
                  <a16:creationId xmlns:a16="http://schemas.microsoft.com/office/drawing/2014/main" id="{CE2809F5-A727-42A3-8B30-D6736C0CB7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47654" y="4353104"/>
              <a:ext cx="0" cy="33337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91" name="Line 42">
              <a:extLst>
                <a:ext uri="{FF2B5EF4-FFF2-40B4-BE49-F238E27FC236}">
                  <a16:creationId xmlns:a16="http://schemas.microsoft.com/office/drawing/2014/main" id="{A6744173-EA23-43A1-949B-A7E2DF691E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696941" y="4343579"/>
              <a:ext cx="0" cy="33337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92" name="Line 64">
              <a:extLst>
                <a:ext uri="{FF2B5EF4-FFF2-40B4-BE49-F238E27FC236}">
                  <a16:creationId xmlns:a16="http://schemas.microsoft.com/office/drawing/2014/main" id="{5DF01469-8471-4B6C-AAD8-5D6CB4A5CD0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18929" y="4353104"/>
              <a:ext cx="6477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93" name="Line 42">
              <a:extLst>
                <a:ext uri="{FF2B5EF4-FFF2-40B4-BE49-F238E27FC236}">
                  <a16:creationId xmlns:a16="http://schemas.microsoft.com/office/drawing/2014/main" id="{BB5EBD62-D1AB-42F2-8A8B-AA064CA399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18929" y="4353104"/>
              <a:ext cx="0" cy="33337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94" name="Line 42">
              <a:extLst>
                <a:ext uri="{FF2B5EF4-FFF2-40B4-BE49-F238E27FC236}">
                  <a16:creationId xmlns:a16="http://schemas.microsoft.com/office/drawing/2014/main" id="{40859F54-9190-4068-BCD8-075D38BF8B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66629" y="4343579"/>
              <a:ext cx="0" cy="33337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95" name="Line 64">
              <a:extLst>
                <a:ext uri="{FF2B5EF4-FFF2-40B4-BE49-F238E27FC236}">
                  <a16:creationId xmlns:a16="http://schemas.microsoft.com/office/drawing/2014/main" id="{7C7A55D4-77BF-47C5-B07C-97EEFF41562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696941" y="4686479"/>
              <a:ext cx="103259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/>
            </a:p>
          </p:txBody>
        </p:sp>
      </p:grpSp>
      <p:grpSp>
        <p:nvGrpSpPr>
          <p:cNvPr id="96" name="组合 177">
            <a:extLst>
              <a:ext uri="{FF2B5EF4-FFF2-40B4-BE49-F238E27FC236}">
                <a16:creationId xmlns:a16="http://schemas.microsoft.com/office/drawing/2014/main" id="{5069E6FC-8836-4454-B0F3-631F4A3C93D3}"/>
              </a:ext>
            </a:extLst>
          </p:cNvPr>
          <p:cNvGrpSpPr>
            <a:grpSpLocks/>
          </p:cNvGrpSpPr>
          <p:nvPr/>
        </p:nvGrpSpPr>
        <p:grpSpPr bwMode="auto">
          <a:xfrm flipV="1">
            <a:off x="1341438" y="3782006"/>
            <a:ext cx="6382684" cy="345900"/>
            <a:chOff x="2057377" y="4437446"/>
            <a:chExt cx="6383518" cy="304040"/>
          </a:xfrm>
          <a:noFill/>
        </p:grpSpPr>
        <p:sp>
          <p:nvSpPr>
            <p:cNvPr id="97" name="Line 42">
              <a:extLst>
                <a:ext uri="{FF2B5EF4-FFF2-40B4-BE49-F238E27FC236}">
                  <a16:creationId xmlns:a16="http://schemas.microsoft.com/office/drawing/2014/main" id="{8FB722D2-DBD1-4B34-B114-8C9F6F9B3B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36632" y="4437446"/>
              <a:ext cx="0" cy="304040"/>
            </a:xfrm>
            <a:prstGeom prst="line">
              <a:avLst/>
            </a:prstGeom>
            <a:grp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98" name="Line 62">
              <a:extLst>
                <a:ext uri="{FF2B5EF4-FFF2-40B4-BE49-F238E27FC236}">
                  <a16:creationId xmlns:a16="http://schemas.microsoft.com/office/drawing/2014/main" id="{DB6D1A73-85E3-49FB-AA45-7420B78118D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57377" y="4741486"/>
              <a:ext cx="914403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99" name="Line 66">
              <a:extLst>
                <a:ext uri="{FF2B5EF4-FFF2-40B4-BE49-F238E27FC236}">
                  <a16:creationId xmlns:a16="http://schemas.microsoft.com/office/drawing/2014/main" id="{A518F3AE-FF9B-4308-856C-16D7AC41A3F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71781" y="4437446"/>
              <a:ext cx="1829096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100" name="Line 42">
              <a:extLst>
                <a:ext uri="{FF2B5EF4-FFF2-40B4-BE49-F238E27FC236}">
                  <a16:creationId xmlns:a16="http://schemas.microsoft.com/office/drawing/2014/main" id="{A890A79C-F0FA-42AE-BF24-CCC865E870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1780" y="4437446"/>
              <a:ext cx="0" cy="304040"/>
            </a:xfrm>
            <a:prstGeom prst="line">
              <a:avLst/>
            </a:prstGeom>
            <a:grp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101" name="Line 64">
              <a:extLst>
                <a:ext uri="{FF2B5EF4-FFF2-40B4-BE49-F238E27FC236}">
                  <a16:creationId xmlns:a16="http://schemas.microsoft.com/office/drawing/2014/main" id="{4E239413-E7F2-4D7B-9DBA-1A0E4D279D0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836632" y="4741486"/>
              <a:ext cx="604263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103" name="Line 64">
              <a:extLst>
                <a:ext uri="{FF2B5EF4-FFF2-40B4-BE49-F238E27FC236}">
                  <a16:creationId xmlns:a16="http://schemas.microsoft.com/office/drawing/2014/main" id="{7BAED18F-1943-4388-A837-30DC8150C31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014135" y="4437446"/>
              <a:ext cx="1839181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115" name="Line 42">
              <a:extLst>
                <a:ext uri="{FF2B5EF4-FFF2-40B4-BE49-F238E27FC236}">
                  <a16:creationId xmlns:a16="http://schemas.microsoft.com/office/drawing/2014/main" id="{3C722F04-5435-4665-9C22-9270BFD8A9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92176" y="4437446"/>
              <a:ext cx="0" cy="304040"/>
            </a:xfrm>
            <a:prstGeom prst="line">
              <a:avLst/>
            </a:prstGeom>
            <a:grp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122" name="Line 64">
              <a:extLst>
                <a:ext uri="{FF2B5EF4-FFF2-40B4-BE49-F238E27FC236}">
                  <a16:creationId xmlns:a16="http://schemas.microsoft.com/office/drawing/2014/main" id="{9F828036-77C2-4F91-A3B2-3499423546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92176" y="4741486"/>
              <a:ext cx="1217777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123" name="Line 42">
              <a:extLst>
                <a:ext uri="{FF2B5EF4-FFF2-40B4-BE49-F238E27FC236}">
                  <a16:creationId xmlns:a16="http://schemas.microsoft.com/office/drawing/2014/main" id="{41391023-2BD1-4103-BD26-A68E590017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20295" y="4437446"/>
              <a:ext cx="0" cy="304040"/>
            </a:xfrm>
            <a:prstGeom prst="line">
              <a:avLst/>
            </a:prstGeom>
            <a:grp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/>
            </a:p>
          </p:txBody>
        </p:sp>
      </p:grpSp>
      <p:sp>
        <p:nvSpPr>
          <p:cNvPr id="104" name="Text Box 105">
            <a:extLst>
              <a:ext uri="{FF2B5EF4-FFF2-40B4-BE49-F238E27FC236}">
                <a16:creationId xmlns:a16="http://schemas.microsoft.com/office/drawing/2014/main" id="{E263D7E2-64EF-47CF-86AD-718059922C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57752" y="4502574"/>
            <a:ext cx="844550" cy="41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zh-CN" altLang="en-US" sz="1800" b="0">
                <a:latin typeface="Arial" panose="020B0604020202020204" pitchFamily="34" charset="0"/>
              </a:rPr>
              <a:t>计数值</a:t>
            </a:r>
            <a:endParaRPr lang="en-US" altLang="zh-CN" sz="1800" b="0">
              <a:latin typeface="Arial" panose="020B0604020202020204" pitchFamily="34" charset="0"/>
            </a:endParaRPr>
          </a:p>
        </p:txBody>
      </p:sp>
      <p:cxnSp>
        <p:nvCxnSpPr>
          <p:cNvPr id="105" name="直接箭头连接符 2">
            <a:extLst>
              <a:ext uri="{FF2B5EF4-FFF2-40B4-BE49-F238E27FC236}">
                <a16:creationId xmlns:a16="http://schemas.microsoft.com/office/drawing/2014/main" id="{52B6F46B-2F6E-4D12-8471-1C021DFD255F}"/>
              </a:ext>
            </a:extLst>
          </p:cNvPr>
          <p:cNvCxnSpPr>
            <a:cxnSpLocks noChangeShapeType="1"/>
            <a:stCxn id="104" idx="0"/>
          </p:cNvCxnSpPr>
          <p:nvPr/>
        </p:nvCxnSpPr>
        <p:spPr bwMode="auto">
          <a:xfrm flipH="1" flipV="1">
            <a:off x="7579447" y="4033890"/>
            <a:ext cx="600580" cy="468684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6" name="直接箭头连接符 129">
            <a:extLst>
              <a:ext uri="{FF2B5EF4-FFF2-40B4-BE49-F238E27FC236}">
                <a16:creationId xmlns:a16="http://schemas.microsoft.com/office/drawing/2014/main" id="{03F7E569-71B8-4741-AD5C-A5F5845D9CBF}"/>
              </a:ext>
            </a:extLst>
          </p:cNvPr>
          <p:cNvCxnSpPr>
            <a:cxnSpLocks noChangeShapeType="1"/>
            <a:stCxn id="104" idx="2"/>
          </p:cNvCxnSpPr>
          <p:nvPr/>
        </p:nvCxnSpPr>
        <p:spPr bwMode="auto">
          <a:xfrm flipH="1">
            <a:off x="7579447" y="4921674"/>
            <a:ext cx="600580" cy="40447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6" name="内容占位符 2">
            <a:extLst>
              <a:ext uri="{FF2B5EF4-FFF2-40B4-BE49-F238E27FC236}">
                <a16:creationId xmlns:a16="http://schemas.microsoft.com/office/drawing/2014/main" id="{5845DB7D-F4D9-4093-9705-779FE78F437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524000"/>
            <a:ext cx="4702175" cy="1263650"/>
          </a:xfrm>
        </p:spPr>
        <p:txBody>
          <a:bodyPr/>
          <a:lstStyle/>
          <a:p>
            <a:r>
              <a:rPr lang="zh-CN" altLang="en-US" sz="2400"/>
              <a:t>定时器时序，例如，</a:t>
            </a:r>
            <a:r>
              <a:rPr lang="en-US" altLang="zh-CN" sz="2400"/>
              <a:t>k </a:t>
            </a:r>
            <a:r>
              <a:rPr lang="en-US" altLang="zh-CN" sz="2400" dirty="0"/>
              <a:t>= 3</a:t>
            </a:r>
            <a:endParaRPr lang="zh-CN" altLang="en-US" sz="2400" dirty="0"/>
          </a:p>
        </p:txBody>
      </p:sp>
      <p:sp>
        <p:nvSpPr>
          <p:cNvPr id="117" name="Text Box 73">
            <a:extLst>
              <a:ext uri="{FF2B5EF4-FFF2-40B4-BE49-F238E27FC236}">
                <a16:creationId xmlns:a16="http://schemas.microsoft.com/office/drawing/2014/main" id="{FA8E004F-8582-4DA2-A0DA-6B5FDDCE5E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6213" y="2467154"/>
            <a:ext cx="312586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zh-CN" sz="2000" b="0"/>
              <a:t>clk</a:t>
            </a:r>
          </a:p>
        </p:txBody>
      </p:sp>
      <p:sp>
        <p:nvSpPr>
          <p:cNvPr id="118" name="Text Box 105">
            <a:extLst>
              <a:ext uri="{FF2B5EF4-FFF2-40B4-BE49-F238E27FC236}">
                <a16:creationId xmlns:a16="http://schemas.microsoft.com/office/drawing/2014/main" id="{AD389D49-8F29-4E02-A5C1-3EEDCE23CD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1695" y="5151861"/>
            <a:ext cx="19877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zh-CN" sz="2000" b="0"/>
              <a:t>td</a:t>
            </a:r>
            <a:endParaRPr lang="en-US" altLang="zh-CN" sz="2000" b="0" dirty="0"/>
          </a:p>
        </p:txBody>
      </p:sp>
      <p:sp>
        <p:nvSpPr>
          <p:cNvPr id="119" name="Text Box 105">
            <a:extLst>
              <a:ext uri="{FF2B5EF4-FFF2-40B4-BE49-F238E27FC236}">
                <a16:creationId xmlns:a16="http://schemas.microsoft.com/office/drawing/2014/main" id="{166EF9F8-77C8-48D5-B2A3-0DD5B31A42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6122" y="4502574"/>
            <a:ext cx="169918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zh-CN" sz="2000" b="0"/>
              <a:t>st</a:t>
            </a:r>
            <a:endParaRPr lang="en-US" altLang="zh-CN" sz="2000" b="0" dirty="0"/>
          </a:p>
        </p:txBody>
      </p:sp>
      <p:sp>
        <p:nvSpPr>
          <p:cNvPr id="120" name="Text Box 105">
            <a:extLst>
              <a:ext uri="{FF2B5EF4-FFF2-40B4-BE49-F238E27FC236}">
                <a16:creationId xmlns:a16="http://schemas.microsoft.com/office/drawing/2014/main" id="{9435C5C7-7BF9-433C-94E0-D5FAB543AF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1694" y="3786431"/>
            <a:ext cx="198772" cy="307777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zh-CN" sz="2000" b="0"/>
              <a:t>td</a:t>
            </a:r>
            <a:endParaRPr lang="en-US" altLang="zh-CN" sz="2000" b="0" dirty="0"/>
          </a:p>
        </p:txBody>
      </p:sp>
      <p:sp>
        <p:nvSpPr>
          <p:cNvPr id="121" name="Text Box 105">
            <a:extLst>
              <a:ext uri="{FF2B5EF4-FFF2-40B4-BE49-F238E27FC236}">
                <a16:creationId xmlns:a16="http://schemas.microsoft.com/office/drawing/2014/main" id="{BEFFEBF4-0EDF-4DDB-ACAB-5613BDB669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6915" y="3129206"/>
            <a:ext cx="169918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zh-CN" sz="2000" b="0"/>
              <a:t>st</a:t>
            </a:r>
            <a:endParaRPr lang="en-US" altLang="zh-CN" sz="2000" b="0" dirty="0"/>
          </a:p>
        </p:txBody>
      </p:sp>
      <p:sp>
        <p:nvSpPr>
          <p:cNvPr id="132" name="日期占位符 3">
            <a:extLst>
              <a:ext uri="{FF2B5EF4-FFF2-40B4-BE49-F238E27FC236}">
                <a16:creationId xmlns:a16="http://schemas.microsoft.com/office/drawing/2014/main" id="{D124B524-0BDE-4879-A781-5769A006F021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xfrm>
            <a:off x="457200" y="6381750"/>
            <a:ext cx="2133600" cy="3397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F2FD2DE-871D-4624-82E4-760E8689EDF3}" type="datetime1">
              <a:rPr lang="zh-CN" altLang="en-US" sz="1800" b="0" smtClean="0">
                <a:latin typeface="Arial" panose="020B0604020202020204" pitchFamily="34" charset="0"/>
              </a:rPr>
              <a:t>2025/11/5</a:t>
            </a:fld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133" name="页脚占位符 4">
            <a:extLst>
              <a:ext uri="{FF2B5EF4-FFF2-40B4-BE49-F238E27FC236}">
                <a16:creationId xmlns:a16="http://schemas.microsoft.com/office/drawing/2014/main" id="{1A9CD9E3-D730-46D9-A077-442BB3C2C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90800" y="6381750"/>
            <a:ext cx="4495800" cy="3397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800" b="0" dirty="0">
                <a:latin typeface="Arial" panose="020B0604020202020204" pitchFamily="34" charset="0"/>
              </a:rPr>
              <a:t>数字逻辑设计进阶实验</a:t>
            </a:r>
          </a:p>
        </p:txBody>
      </p:sp>
      <p:sp>
        <p:nvSpPr>
          <p:cNvPr id="134" name="灯片编号占位符 5">
            <a:extLst>
              <a:ext uri="{FF2B5EF4-FFF2-40B4-BE49-F238E27FC236}">
                <a16:creationId xmlns:a16="http://schemas.microsoft.com/office/drawing/2014/main" id="{A48CEBC5-6E83-4FC1-9540-BDA5B976F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381750"/>
            <a:ext cx="1600200" cy="3397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D0AF152-17B5-4109-B9D6-759651E9E23E}" type="slidenum">
              <a:rPr lang="en-US" altLang="zh-CN" sz="1800" b="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5</a:t>
            </a:fld>
            <a:endParaRPr lang="en-US" altLang="zh-CN" sz="1800" b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61746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标题 1">
            <a:extLst>
              <a:ext uri="{FF2B5EF4-FFF2-40B4-BE49-F238E27FC236}">
                <a16:creationId xmlns:a16="http://schemas.microsoft.com/office/drawing/2014/main" id="{593E7CE8-B541-4EF7-8095-23EAC0586C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计数器</a:t>
            </a:r>
          </a:p>
        </p:txBody>
      </p:sp>
      <p:sp>
        <p:nvSpPr>
          <p:cNvPr id="26" name="矩形 477">
            <a:extLst>
              <a:ext uri="{FF2B5EF4-FFF2-40B4-BE49-F238E27FC236}">
                <a16:creationId xmlns:a16="http://schemas.microsoft.com/office/drawing/2014/main" id="{1C34A106-5F8E-4161-94E0-EFD79C3AE0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2500" y="1420319"/>
            <a:ext cx="3816350" cy="47089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000" b="0" dirty="0"/>
              <a:t>module  counter #(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b="0" dirty="0"/>
              <a:t>    parameter WIDTH = 32,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b="0" dirty="0"/>
              <a:t>                     RST_VLU = 0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b="0" dirty="0"/>
              <a:t>)(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b="0" dirty="0"/>
              <a:t>    input </a:t>
            </a:r>
            <a:r>
              <a:rPr lang="en-US" altLang="zh-CN" sz="2000" b="0" dirty="0" err="1"/>
              <a:t>clk</a:t>
            </a:r>
            <a:r>
              <a:rPr lang="en-US" altLang="zh-CN" sz="2000" b="0" dirty="0"/>
              <a:t>, </a:t>
            </a:r>
            <a:r>
              <a:rPr lang="en-US" altLang="zh-CN" sz="2000" b="0" dirty="0" err="1"/>
              <a:t>rst</a:t>
            </a:r>
            <a:r>
              <a:rPr lang="en-US" altLang="zh-CN" sz="2000" b="0" dirty="0"/>
              <a:t>,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b="0" dirty="0"/>
              <a:t>    input pe, </a:t>
            </a:r>
            <a:r>
              <a:rPr lang="en-US" altLang="zh-CN" sz="2000" b="0" dirty="0" err="1"/>
              <a:t>ce</a:t>
            </a:r>
            <a:r>
              <a:rPr lang="en-US" altLang="zh-CN" sz="2000" b="0" dirty="0"/>
              <a:t>,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b="0" dirty="0"/>
              <a:t>    input [WIDTH-1:0] d,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b="0" dirty="0"/>
              <a:t>    output reg [WIDTH-1:0] q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b="0" dirty="0"/>
              <a:t>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sz="2000" b="0" dirty="0"/>
              <a:t>    always @(posedge clk) </a:t>
            </a:r>
            <a:r>
              <a:rPr lang="en-US" altLang="zh-CN" sz="2000" b="0" dirty="0"/>
              <a:t>begin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sz="2000" b="0" dirty="0"/>
              <a:t>        if (rst)  </a:t>
            </a:r>
            <a:r>
              <a:rPr lang="en-US" altLang="zh-CN" sz="2000" b="0" dirty="0"/>
              <a:t>q</a:t>
            </a:r>
            <a:r>
              <a:rPr lang="zh-CN" altLang="en-US" sz="2000" b="0" dirty="0"/>
              <a:t> &lt;= </a:t>
            </a:r>
            <a:r>
              <a:rPr lang="en-US" altLang="zh-CN" sz="2000" b="0" dirty="0"/>
              <a:t>RST_VLU</a:t>
            </a:r>
            <a:r>
              <a:rPr lang="zh-CN" altLang="en-US" sz="2000" b="0" dirty="0"/>
              <a:t>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sz="2000" b="0" dirty="0"/>
              <a:t>        else if (</a:t>
            </a:r>
            <a:r>
              <a:rPr lang="en-US" altLang="zh-CN" sz="2000" b="0" dirty="0"/>
              <a:t>pe)</a:t>
            </a:r>
            <a:r>
              <a:rPr lang="zh-CN" altLang="en-US" sz="2000" b="0" dirty="0"/>
              <a:t>  </a:t>
            </a:r>
            <a:r>
              <a:rPr lang="en-US" altLang="zh-CN" sz="2000" b="0" dirty="0"/>
              <a:t>q</a:t>
            </a:r>
            <a:r>
              <a:rPr lang="zh-CN" altLang="en-US" sz="2000" b="0" dirty="0"/>
              <a:t> &lt;= </a:t>
            </a:r>
            <a:r>
              <a:rPr lang="en-US" altLang="zh-CN" sz="2000" b="0" dirty="0"/>
              <a:t>d</a:t>
            </a:r>
            <a:r>
              <a:rPr lang="zh-CN" altLang="en-US" sz="2000" b="0" dirty="0"/>
              <a:t>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sz="2000" b="0" dirty="0"/>
              <a:t>        else </a:t>
            </a:r>
            <a:r>
              <a:rPr lang="en-US" altLang="zh-CN" sz="2000" b="0" dirty="0"/>
              <a:t>if (</a:t>
            </a:r>
            <a:r>
              <a:rPr lang="en-US" altLang="zh-CN" sz="2000" b="0" dirty="0" err="1"/>
              <a:t>ce</a:t>
            </a:r>
            <a:r>
              <a:rPr lang="en-US" altLang="zh-CN" sz="2000" b="0" dirty="0"/>
              <a:t>)  q</a:t>
            </a:r>
            <a:r>
              <a:rPr lang="zh-CN" altLang="en-US" sz="2000" b="0" dirty="0"/>
              <a:t> &lt;= </a:t>
            </a:r>
            <a:r>
              <a:rPr lang="en-US" altLang="zh-CN" sz="2000" b="0" dirty="0"/>
              <a:t>q</a:t>
            </a:r>
            <a:r>
              <a:rPr lang="zh-CN" altLang="en-US" sz="2000" b="0" dirty="0"/>
              <a:t> </a:t>
            </a:r>
            <a:r>
              <a:rPr lang="en-US" altLang="zh-CN" sz="2000" b="0" dirty="0"/>
              <a:t>-</a:t>
            </a:r>
            <a:r>
              <a:rPr lang="zh-CN" altLang="en-US" sz="2000" b="0" dirty="0"/>
              <a:t> 1;</a:t>
            </a:r>
            <a:r>
              <a:rPr lang="en-US" altLang="zh-CN" sz="2000" b="0" dirty="0"/>
              <a:t>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b="0" dirty="0"/>
              <a:t>    end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b="0" dirty="0" err="1"/>
              <a:t>endmodule</a:t>
            </a:r>
            <a:endParaRPr lang="en-US" altLang="zh-CN" sz="2000" b="0" dirty="0"/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DBB70344-9A65-4F88-8C30-0F6EB1BF991D}"/>
              </a:ext>
            </a:extLst>
          </p:cNvPr>
          <p:cNvGrpSpPr/>
          <p:nvPr/>
        </p:nvGrpSpPr>
        <p:grpSpPr>
          <a:xfrm>
            <a:off x="1524000" y="4158731"/>
            <a:ext cx="1584176" cy="1666023"/>
            <a:chOff x="1799692" y="4139463"/>
            <a:chExt cx="1584176" cy="1666023"/>
          </a:xfrm>
        </p:grpSpPr>
        <p:sp>
          <p:nvSpPr>
            <p:cNvPr id="17417" name="矩形 1">
              <a:extLst>
                <a:ext uri="{FF2B5EF4-FFF2-40B4-BE49-F238E27FC236}">
                  <a16:creationId xmlns:a16="http://schemas.microsoft.com/office/drawing/2014/main" id="{9FD1AEBE-6F47-4001-9FEA-6E4449098C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5392" y="4140200"/>
              <a:ext cx="856572" cy="1665286"/>
            </a:xfrm>
            <a:prstGeom prst="rect">
              <a:avLst/>
            </a:prstGeom>
            <a:noFill/>
            <a:ln w="2857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000" b="0"/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E3BF2643-8A79-4BFD-A91A-8CF900B2CE83}"/>
                </a:ext>
              </a:extLst>
            </p:cNvPr>
            <p:cNvSpPr txBox="1"/>
            <p:nvPr/>
          </p:nvSpPr>
          <p:spPr bwMode="auto">
            <a:xfrm rot="5400000">
              <a:off x="2492387" y="4104357"/>
              <a:ext cx="430887" cy="501099"/>
            </a:xfrm>
            <a:prstGeom prst="rect">
              <a:avLst/>
            </a:prstGeom>
            <a:noFill/>
          </p:spPr>
          <p:txBody>
            <a:bodyPr vert="vert270"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CNT</a:t>
              </a:r>
              <a:endPara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6ED17382-AA39-4C91-B067-26F9E4D8C105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3024188" y="5013325"/>
              <a:ext cx="35968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422" name="TextBox 32">
              <a:extLst>
                <a:ext uri="{FF2B5EF4-FFF2-40B4-BE49-F238E27FC236}">
                  <a16:creationId xmlns:a16="http://schemas.microsoft.com/office/drawing/2014/main" id="{54A4F7B6-CAAE-4675-A6B4-6049421A79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23071" y="4818954"/>
              <a:ext cx="128240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0" dirty="0"/>
                <a:t>q</a:t>
              </a:r>
              <a:endParaRPr lang="zh-CN" altLang="en-US" sz="2000" b="0" dirty="0"/>
            </a:p>
          </p:txBody>
        </p:sp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CFAD63ED-7EA5-4EA0-864C-86A069C91141}"/>
                </a:ext>
              </a:extLst>
            </p:cNvPr>
            <p:cNvGrpSpPr/>
            <p:nvPr/>
          </p:nvGrpSpPr>
          <p:grpSpPr>
            <a:xfrm>
              <a:off x="1799692" y="4246735"/>
              <a:ext cx="825899" cy="1468957"/>
              <a:chOff x="1799692" y="4170079"/>
              <a:chExt cx="825899" cy="1616087"/>
            </a:xfrm>
          </p:grpSpPr>
          <p:sp>
            <p:nvSpPr>
              <p:cNvPr id="17418" name="TextBox 32">
                <a:extLst>
                  <a:ext uri="{FF2B5EF4-FFF2-40B4-BE49-F238E27FC236}">
                    <a16:creationId xmlns:a16="http://schemas.microsoft.com/office/drawing/2014/main" id="{42390232-7475-408A-9C7B-578011C8707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63168" y="4170079"/>
                <a:ext cx="312074" cy="383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>
                <a:noAutofit/>
              </a:bodyPr>
              <a:lstStyle>
                <a:lvl1pPr>
                  <a:spcBef>
                    <a:spcPct val="20000"/>
                  </a:spcBef>
                  <a:buChar char="•"/>
                  <a:defRPr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000" b="0" dirty="0"/>
                  <a:t>d</a:t>
                </a:r>
                <a:endParaRPr lang="zh-CN" altLang="en-US" sz="2000" b="0" dirty="0"/>
              </a:p>
            </p:txBody>
          </p:sp>
          <p:cxnSp>
            <p:nvCxnSpPr>
              <p:cNvPr id="30" name="直接连接符 29">
                <a:extLst>
                  <a:ext uri="{FF2B5EF4-FFF2-40B4-BE49-F238E27FC236}">
                    <a16:creationId xmlns:a16="http://schemas.microsoft.com/office/drawing/2014/main" id="{2D078361-06E2-4E7C-BB45-11BC8E40616E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1799692" y="4391024"/>
                <a:ext cx="354459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>
                <a:extLst>
                  <a:ext uri="{FF2B5EF4-FFF2-40B4-BE49-F238E27FC236}">
                    <a16:creationId xmlns:a16="http://schemas.microsoft.com/office/drawing/2014/main" id="{E9A23A0C-F353-4FA0-BA88-7D112AC6DF4A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1799692" y="5327650"/>
                <a:ext cx="36570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424" name="TextBox 34">
                <a:extLst>
                  <a:ext uri="{FF2B5EF4-FFF2-40B4-BE49-F238E27FC236}">
                    <a16:creationId xmlns:a16="http://schemas.microsoft.com/office/drawing/2014/main" id="{DA3A9B7A-05FB-416A-AD3E-FBB4327A34C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65392" y="5102269"/>
                <a:ext cx="460199" cy="383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>
                <a:noAutofit/>
              </a:bodyPr>
              <a:lstStyle>
                <a:lvl1pPr>
                  <a:spcBef>
                    <a:spcPct val="20000"/>
                  </a:spcBef>
                  <a:buChar char="•"/>
                  <a:defRPr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000" b="0"/>
                  <a:t>rst</a:t>
                </a:r>
                <a:endParaRPr lang="zh-CN" altLang="en-US" sz="2000" b="0" dirty="0"/>
              </a:p>
            </p:txBody>
          </p:sp>
          <p:cxnSp>
            <p:nvCxnSpPr>
              <p:cNvPr id="35" name="直接连接符 34">
                <a:extLst>
                  <a:ext uri="{FF2B5EF4-FFF2-40B4-BE49-F238E27FC236}">
                    <a16:creationId xmlns:a16="http://schemas.microsoft.com/office/drawing/2014/main" id="{5AAB275E-90DC-41FD-B4C5-32583C5F0CA8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1799692" y="5616575"/>
                <a:ext cx="354459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426" name="TextBox 34">
                <a:extLst>
                  <a:ext uri="{FF2B5EF4-FFF2-40B4-BE49-F238E27FC236}">
                    <a16:creationId xmlns:a16="http://schemas.microsoft.com/office/drawing/2014/main" id="{6C0FDBDE-5B6E-4242-BC39-FB8F9E37B08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87525" y="5402951"/>
                <a:ext cx="438066" cy="383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>
                <a:noAutofit/>
              </a:bodyPr>
              <a:lstStyle>
                <a:lvl1pPr>
                  <a:spcBef>
                    <a:spcPct val="20000"/>
                  </a:spcBef>
                  <a:buChar char="•"/>
                  <a:defRPr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000" b="0" dirty="0" err="1"/>
                  <a:t>clk</a:t>
                </a:r>
                <a:endParaRPr lang="zh-CN" altLang="en-US" sz="2000" b="0" dirty="0"/>
              </a:p>
            </p:txBody>
          </p:sp>
          <p:cxnSp>
            <p:nvCxnSpPr>
              <p:cNvPr id="37" name="直接连接符 36">
                <a:extLst>
                  <a:ext uri="{FF2B5EF4-FFF2-40B4-BE49-F238E27FC236}">
                    <a16:creationId xmlns:a16="http://schemas.microsoft.com/office/drawing/2014/main" id="{74BBDA52-3E7F-4B54-8DDF-4E807341799A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1799692" y="4699000"/>
                <a:ext cx="354459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428" name="TextBox 34">
                <a:extLst>
                  <a:ext uri="{FF2B5EF4-FFF2-40B4-BE49-F238E27FC236}">
                    <a16:creationId xmlns:a16="http://schemas.microsoft.com/office/drawing/2014/main" id="{671808EF-C753-466B-938B-3AF5C62898A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65392" y="4462261"/>
                <a:ext cx="460199" cy="383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>
                <a:noAutofit/>
              </a:bodyPr>
              <a:lstStyle>
                <a:lvl1pPr>
                  <a:spcBef>
                    <a:spcPct val="20000"/>
                  </a:spcBef>
                  <a:buChar char="•"/>
                  <a:defRPr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000" b="0" dirty="0"/>
                  <a:t>pe</a:t>
                </a:r>
                <a:endParaRPr lang="zh-CN" altLang="en-US" sz="2000" b="0" dirty="0"/>
              </a:p>
            </p:txBody>
          </p:sp>
          <p:cxnSp>
            <p:nvCxnSpPr>
              <p:cNvPr id="39" name="直接连接符 38">
                <a:extLst>
                  <a:ext uri="{FF2B5EF4-FFF2-40B4-BE49-F238E27FC236}">
                    <a16:creationId xmlns:a16="http://schemas.microsoft.com/office/drawing/2014/main" id="{F20393D1-B32C-49FB-BD14-CA392EB08CD7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1799692" y="5011738"/>
                <a:ext cx="36570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430" name="TextBox 34">
                <a:extLst>
                  <a:ext uri="{FF2B5EF4-FFF2-40B4-BE49-F238E27FC236}">
                    <a16:creationId xmlns:a16="http://schemas.microsoft.com/office/drawing/2014/main" id="{FD02BB4C-4517-4A93-9A77-80F6423A51B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65393" y="4790166"/>
                <a:ext cx="424723" cy="383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>
                <a:noAutofit/>
              </a:bodyPr>
              <a:lstStyle>
                <a:lvl1pPr>
                  <a:spcBef>
                    <a:spcPct val="20000"/>
                  </a:spcBef>
                  <a:buChar char="•"/>
                  <a:defRPr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000" b="0" dirty="0" err="1"/>
                  <a:t>ce</a:t>
                </a:r>
                <a:endParaRPr lang="zh-CN" altLang="en-US" sz="2000" b="0" dirty="0"/>
              </a:p>
            </p:txBody>
          </p:sp>
        </p:grpSp>
      </p:grpSp>
      <p:sp>
        <p:nvSpPr>
          <p:cNvPr id="17413" name="内容占位符 2">
            <a:extLst>
              <a:ext uri="{FF2B5EF4-FFF2-40B4-BE49-F238E27FC236}">
                <a16:creationId xmlns:a16="http://schemas.microsoft.com/office/drawing/2014/main" id="{C1E9E818-61BB-490B-A58A-D2B2AB556AB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392751"/>
            <a:ext cx="4259263" cy="2468297"/>
          </a:xfrm>
        </p:spPr>
        <p:txBody>
          <a:bodyPr/>
          <a:lstStyle/>
          <a:p>
            <a:pPr>
              <a:spcBef>
                <a:spcPct val="0"/>
              </a:spcBef>
              <a:spcAft>
                <a:spcPts val="1200"/>
              </a:spcAft>
            </a:pPr>
            <a:r>
              <a:rPr lang="zh-CN" altLang="en-US" sz="2400" dirty="0"/>
              <a:t>计数器 </a:t>
            </a:r>
            <a:r>
              <a:rPr lang="en-US" altLang="zh-CN" sz="2400" dirty="0"/>
              <a:t>(</a:t>
            </a:r>
            <a:r>
              <a:rPr lang="en-US" altLang="zh-CN" sz="2400" b="0" dirty="0"/>
              <a:t>Counter</a:t>
            </a:r>
            <a:r>
              <a:rPr lang="en-US" altLang="zh-CN" sz="2400" dirty="0"/>
              <a:t>)</a:t>
            </a:r>
          </a:p>
          <a:p>
            <a:pPr lvl="1">
              <a:spcBef>
                <a:spcPct val="0"/>
              </a:spcBef>
              <a:spcAft>
                <a:spcPts val="1200"/>
              </a:spcAft>
            </a:pPr>
            <a:r>
              <a:rPr lang="en-US" altLang="zh-CN" sz="2000" dirty="0"/>
              <a:t>d, q</a:t>
            </a:r>
            <a:r>
              <a:rPr lang="zh-CN" altLang="en-US" sz="2000" dirty="0"/>
              <a:t>：输入和输出数据</a:t>
            </a:r>
          </a:p>
          <a:p>
            <a:pPr lvl="1">
              <a:spcBef>
                <a:spcPct val="0"/>
              </a:spcBef>
              <a:spcAft>
                <a:spcPts val="1200"/>
              </a:spcAft>
            </a:pPr>
            <a:r>
              <a:rPr lang="en-US" altLang="zh-CN" sz="2000"/>
              <a:t>pe</a:t>
            </a:r>
            <a:r>
              <a:rPr lang="zh-CN" altLang="en-US" sz="2000"/>
              <a:t>：置</a:t>
            </a:r>
            <a:r>
              <a:rPr lang="zh-CN" altLang="en-US" sz="2000" dirty="0"/>
              <a:t>数使能</a:t>
            </a:r>
          </a:p>
          <a:p>
            <a:pPr lvl="1">
              <a:spcBef>
                <a:spcPct val="0"/>
              </a:spcBef>
              <a:spcAft>
                <a:spcPts val="1200"/>
              </a:spcAft>
            </a:pPr>
            <a:r>
              <a:rPr lang="en-US" altLang="zh-CN" sz="2000" dirty="0" err="1"/>
              <a:t>ce</a:t>
            </a:r>
            <a:r>
              <a:rPr lang="zh-CN" altLang="en-US" sz="2000" dirty="0"/>
              <a:t>：计数使能</a:t>
            </a:r>
            <a:endParaRPr lang="en-US" altLang="zh-CN" sz="2000" dirty="0"/>
          </a:p>
          <a:p>
            <a:pPr lvl="1">
              <a:spcBef>
                <a:spcPct val="0"/>
              </a:spcBef>
              <a:spcAft>
                <a:spcPts val="1200"/>
              </a:spcAft>
            </a:pPr>
            <a:r>
              <a:rPr lang="en-US" altLang="zh-CN" sz="2000" dirty="0" err="1"/>
              <a:t>clk</a:t>
            </a:r>
            <a:r>
              <a:rPr lang="en-US" altLang="zh-CN" sz="2000"/>
              <a:t>, rst</a:t>
            </a:r>
            <a:r>
              <a:rPr lang="zh-CN" altLang="en-US" sz="2000"/>
              <a:t>：</a:t>
            </a:r>
            <a:r>
              <a:rPr lang="zh-CN" altLang="en-US" sz="2000" dirty="0"/>
              <a:t>时钟</a:t>
            </a:r>
            <a:r>
              <a:rPr lang="en-US" altLang="zh-CN" sz="2000" dirty="0"/>
              <a:t>, </a:t>
            </a:r>
            <a:r>
              <a:rPr lang="zh-CN" altLang="en-US" sz="2000" dirty="0"/>
              <a:t>复位</a:t>
            </a:r>
            <a:endParaRPr lang="en-US" altLang="zh-CN" sz="2000" dirty="0"/>
          </a:p>
        </p:txBody>
      </p:sp>
      <p:sp>
        <p:nvSpPr>
          <p:cNvPr id="17414" name="日期占位符 3">
            <a:extLst>
              <a:ext uri="{FF2B5EF4-FFF2-40B4-BE49-F238E27FC236}">
                <a16:creationId xmlns:a16="http://schemas.microsoft.com/office/drawing/2014/main" id="{676C3BDD-6078-47CF-9BDE-0583513FB385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E5C3868-7492-4533-84BA-F55C5A23F86A}" type="datetime1">
              <a:rPr lang="zh-CN" altLang="en-US" sz="1800" b="0" smtClean="0">
                <a:latin typeface="Arial" panose="020B0604020202020204" pitchFamily="34" charset="0"/>
              </a:rPr>
              <a:t>2025/11/5</a:t>
            </a:fld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17415" name="页脚占位符 4">
            <a:extLst>
              <a:ext uri="{FF2B5EF4-FFF2-40B4-BE49-F238E27FC236}">
                <a16:creationId xmlns:a16="http://schemas.microsoft.com/office/drawing/2014/main" id="{F106DCB6-99B7-4969-94AD-E70A67475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800" b="0" dirty="0">
                <a:latin typeface="Arial" panose="020B0604020202020204" pitchFamily="34" charset="0"/>
              </a:rPr>
              <a:t>数字逻辑设计进阶实验</a:t>
            </a:r>
          </a:p>
        </p:txBody>
      </p:sp>
      <p:sp>
        <p:nvSpPr>
          <p:cNvPr id="17416" name="灯片编号占位符 5">
            <a:extLst>
              <a:ext uri="{FF2B5EF4-FFF2-40B4-BE49-F238E27FC236}">
                <a16:creationId xmlns:a16="http://schemas.microsoft.com/office/drawing/2014/main" id="{CEC686F9-811E-4B11-B669-34B6922AF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652386D-2E2E-450E-8F5D-C24366F5EE43}" type="slidenum">
              <a:rPr lang="en-US" altLang="zh-CN" sz="1800" b="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6</a:t>
            </a:fld>
            <a:endParaRPr lang="en-US" altLang="zh-CN" sz="1800" b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532" name="直接连接符 128">
            <a:extLst>
              <a:ext uri="{FF2B5EF4-FFF2-40B4-BE49-F238E27FC236}">
                <a16:creationId xmlns:a16="http://schemas.microsoft.com/office/drawing/2014/main" id="{0E0DDB32-970C-49BA-A281-339A1A8342CB}"/>
              </a:ext>
            </a:extLst>
          </p:cNvPr>
          <p:cNvCxnSpPr>
            <a:cxnSpLocks/>
          </p:cNvCxnSpPr>
          <p:nvPr/>
        </p:nvCxnSpPr>
        <p:spPr bwMode="auto">
          <a:xfrm flipV="1">
            <a:off x="2952750" y="4291013"/>
            <a:ext cx="0" cy="1711325"/>
          </a:xfrm>
          <a:prstGeom prst="line">
            <a:avLst/>
          </a:prstGeom>
          <a:noFill/>
          <a:ln w="19050" algn="ctr">
            <a:solidFill>
              <a:srgbClr val="0066FF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696" name="直接连接符 128">
            <a:extLst>
              <a:ext uri="{FF2B5EF4-FFF2-40B4-BE49-F238E27FC236}">
                <a16:creationId xmlns:a16="http://schemas.microsoft.com/office/drawing/2014/main" id="{2AD39984-8260-4550-BCFB-CB604DB191A7}"/>
              </a:ext>
            </a:extLst>
          </p:cNvPr>
          <p:cNvCxnSpPr>
            <a:cxnSpLocks/>
          </p:cNvCxnSpPr>
          <p:nvPr/>
        </p:nvCxnSpPr>
        <p:spPr bwMode="auto">
          <a:xfrm flipV="1">
            <a:off x="2370138" y="4291013"/>
            <a:ext cx="0" cy="1711325"/>
          </a:xfrm>
          <a:prstGeom prst="line">
            <a:avLst/>
          </a:prstGeom>
          <a:noFill/>
          <a:ln w="19050" algn="ctr">
            <a:solidFill>
              <a:srgbClr val="0066FF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2530" name="TextBox 25">
            <a:extLst>
              <a:ext uri="{FF2B5EF4-FFF2-40B4-BE49-F238E27FC236}">
                <a16:creationId xmlns:a16="http://schemas.microsoft.com/office/drawing/2014/main" id="{533058DF-7031-4C3E-A9B7-379F11E51A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17084" y="5139294"/>
            <a:ext cx="51249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0"/>
              <a:t>TD</a:t>
            </a:r>
            <a:endParaRPr lang="zh-CN" altLang="en-US" sz="1800" b="0"/>
          </a:p>
        </p:txBody>
      </p:sp>
      <p:cxnSp>
        <p:nvCxnSpPr>
          <p:cNvPr id="22531" name="直接连接符 129">
            <a:extLst>
              <a:ext uri="{FF2B5EF4-FFF2-40B4-BE49-F238E27FC236}">
                <a16:creationId xmlns:a16="http://schemas.microsoft.com/office/drawing/2014/main" id="{ECA9D10A-6E98-4194-87E0-728F315C23CD}"/>
              </a:ext>
            </a:extLst>
          </p:cNvPr>
          <p:cNvCxnSpPr>
            <a:cxnSpLocks/>
          </p:cNvCxnSpPr>
          <p:nvPr/>
        </p:nvCxnSpPr>
        <p:spPr bwMode="auto">
          <a:xfrm flipV="1">
            <a:off x="7620000" y="4735513"/>
            <a:ext cx="0" cy="1258887"/>
          </a:xfrm>
          <a:prstGeom prst="line">
            <a:avLst/>
          </a:prstGeom>
          <a:noFill/>
          <a:ln w="9525" algn="ctr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2533" name="Rectangle 3">
            <a:extLst>
              <a:ext uri="{FF2B5EF4-FFF2-40B4-BE49-F238E27FC236}">
                <a16:creationId xmlns:a16="http://schemas.microsoft.com/office/drawing/2014/main" id="{49E41DA7-B4D6-4BB9-A191-FBF44E4D72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按键</a:t>
            </a:r>
            <a:r>
              <a:rPr lang="en-US" altLang="zh-CN"/>
              <a:t>/</a:t>
            </a:r>
            <a:r>
              <a:rPr lang="zh-CN" altLang="en-US"/>
              <a:t>开关去抖动</a:t>
            </a:r>
            <a:endParaRPr kumimoji="1" lang="en-US" altLang="zh-CN">
              <a:solidFill>
                <a:schemeClr val="tx1"/>
              </a:solidFill>
            </a:endParaRPr>
          </a:p>
        </p:txBody>
      </p:sp>
      <p:sp>
        <p:nvSpPr>
          <p:cNvPr id="22534" name="Rectangle 4">
            <a:extLst>
              <a:ext uri="{FF2B5EF4-FFF2-40B4-BE49-F238E27FC236}">
                <a16:creationId xmlns:a16="http://schemas.microsoft.com/office/drawing/2014/main" id="{3EAE71AA-2DA0-4CBA-9BF3-A6D4276A14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199" y="1449387"/>
            <a:ext cx="7860633" cy="1989135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zh-CN" altLang="en-US" sz="2400" dirty="0"/>
              <a:t>采用计数器和延时输出，实现抖动消除</a:t>
            </a:r>
            <a:r>
              <a:rPr lang="en-US" altLang="zh-CN" sz="2400" b="0" dirty="0"/>
              <a:t>(Debounce)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zh-CN" altLang="en-US" sz="2000" dirty="0"/>
              <a:t>基本原理：待输入</a:t>
            </a:r>
            <a:r>
              <a:rPr lang="en-US" altLang="zh-CN" sz="2000" dirty="0"/>
              <a:t>(x)</a:t>
            </a:r>
            <a:r>
              <a:rPr lang="zh-CN" altLang="en-US" sz="2000" dirty="0"/>
              <a:t>改变且稳定一段时间</a:t>
            </a:r>
            <a:r>
              <a:rPr lang="en-US" altLang="zh-CN" sz="2000" dirty="0"/>
              <a:t>(TD)</a:t>
            </a:r>
            <a:r>
              <a:rPr lang="zh-CN" altLang="en-US" sz="2000" dirty="0"/>
              <a:t>后，输出</a:t>
            </a:r>
            <a:r>
              <a:rPr lang="en-US" altLang="zh-CN" sz="2000" dirty="0"/>
              <a:t>(y)</a:t>
            </a:r>
            <a:r>
              <a:rPr lang="zh-CN" altLang="en-US" sz="2000" dirty="0"/>
              <a:t>才按改变后的</a:t>
            </a:r>
            <a:r>
              <a:rPr lang="en-US" altLang="zh-CN" sz="2000" dirty="0"/>
              <a:t>x</a:t>
            </a:r>
            <a:r>
              <a:rPr lang="zh-CN" altLang="en-US" sz="2000" dirty="0"/>
              <a:t>更新</a:t>
            </a:r>
            <a:endParaRPr lang="en-US" altLang="zh-CN" sz="2000" dirty="0"/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zh-CN" altLang="en-US" sz="2000" dirty="0"/>
              <a:t>若</a:t>
            </a:r>
            <a:r>
              <a:rPr lang="en-US" altLang="zh-CN" sz="2000" dirty="0"/>
              <a:t>y ≠ x</a:t>
            </a:r>
            <a:r>
              <a:rPr lang="zh-CN" altLang="en-US" sz="2000" dirty="0"/>
              <a:t>，计数器递减计数，否则计数器置常数 </a:t>
            </a:r>
            <a:r>
              <a:rPr lang="en-US" altLang="zh-CN" sz="2000" dirty="0"/>
              <a:t>(N)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zh-CN" altLang="en-US" sz="2000" dirty="0"/>
              <a:t>当计数器计数到 </a:t>
            </a:r>
            <a:r>
              <a:rPr lang="en-US" altLang="zh-CN" sz="2000" dirty="0"/>
              <a:t>0 </a:t>
            </a:r>
            <a:r>
              <a:rPr lang="zh-CN" altLang="en-US" sz="2000" dirty="0"/>
              <a:t>时，</a:t>
            </a:r>
            <a:r>
              <a:rPr lang="en-US" altLang="zh-CN" sz="2000" dirty="0"/>
              <a:t>y &lt;= x</a:t>
            </a:r>
            <a:r>
              <a:rPr lang="zh-CN" altLang="en-US" sz="2000" dirty="0"/>
              <a:t>（非阻塞赋值）</a:t>
            </a:r>
            <a:endParaRPr lang="en-US" altLang="zh-CN" sz="2000" dirty="0"/>
          </a:p>
          <a:p>
            <a:pPr lvl="1">
              <a:spcBef>
                <a:spcPts val="0"/>
              </a:spcBef>
              <a:spcAft>
                <a:spcPts val="600"/>
              </a:spcAft>
            </a:pPr>
            <a:endParaRPr lang="en-US" altLang="zh-CN" sz="2000" b="0" dirty="0"/>
          </a:p>
          <a:p>
            <a:pPr>
              <a:spcBef>
                <a:spcPts val="0"/>
              </a:spcBef>
              <a:spcAft>
                <a:spcPts val="600"/>
              </a:spcAft>
            </a:pPr>
            <a:endParaRPr lang="zh-CN" altLang="en-US" sz="2400" dirty="0"/>
          </a:p>
        </p:txBody>
      </p:sp>
      <p:grpSp>
        <p:nvGrpSpPr>
          <p:cNvPr id="22535" name="组合 3">
            <a:extLst>
              <a:ext uri="{FF2B5EF4-FFF2-40B4-BE49-F238E27FC236}">
                <a16:creationId xmlns:a16="http://schemas.microsoft.com/office/drawing/2014/main" id="{1259A58E-BD55-436B-84A2-1FAD3C80AF9E}"/>
              </a:ext>
            </a:extLst>
          </p:cNvPr>
          <p:cNvGrpSpPr>
            <a:grpSpLocks/>
          </p:cNvGrpSpPr>
          <p:nvPr/>
        </p:nvGrpSpPr>
        <p:grpSpPr bwMode="auto">
          <a:xfrm>
            <a:off x="1322388" y="5145088"/>
            <a:ext cx="7267575" cy="296862"/>
            <a:chOff x="1090613" y="4614863"/>
            <a:chExt cx="5067724" cy="304800"/>
          </a:xfrm>
        </p:grpSpPr>
        <p:sp>
          <p:nvSpPr>
            <p:cNvPr id="22721" name="Line 61">
              <a:extLst>
                <a:ext uri="{FF2B5EF4-FFF2-40B4-BE49-F238E27FC236}">
                  <a16:creationId xmlns:a16="http://schemas.microsoft.com/office/drawing/2014/main" id="{FA92ECFD-843E-483E-8FCA-E80D398F28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90613" y="4919663"/>
              <a:ext cx="42386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722" name="Line 62">
              <a:extLst>
                <a:ext uri="{FF2B5EF4-FFF2-40B4-BE49-F238E27FC236}">
                  <a16:creationId xmlns:a16="http://schemas.microsoft.com/office/drawing/2014/main" id="{35CF4AF1-DE02-4F43-8E74-37215E8D8C5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14475" y="4614863"/>
              <a:ext cx="0" cy="3048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723" name="Line 63">
              <a:extLst>
                <a:ext uri="{FF2B5EF4-FFF2-40B4-BE49-F238E27FC236}">
                  <a16:creationId xmlns:a16="http://schemas.microsoft.com/office/drawing/2014/main" id="{5CF03707-3A8A-4966-A7B8-914F2BFDC3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14475" y="4614863"/>
              <a:ext cx="762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724" name="Line 64">
              <a:extLst>
                <a:ext uri="{FF2B5EF4-FFF2-40B4-BE49-F238E27FC236}">
                  <a16:creationId xmlns:a16="http://schemas.microsoft.com/office/drawing/2014/main" id="{874FBD70-5C9D-414A-9C11-62D5E31034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90675" y="4614863"/>
              <a:ext cx="0" cy="3048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725" name="Line 65">
              <a:extLst>
                <a:ext uri="{FF2B5EF4-FFF2-40B4-BE49-F238E27FC236}">
                  <a16:creationId xmlns:a16="http://schemas.microsoft.com/office/drawing/2014/main" id="{F68049A9-4C39-4BBD-8A83-6D25A3C671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90675" y="4919663"/>
              <a:ext cx="762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726" name="Line 66">
              <a:extLst>
                <a:ext uri="{FF2B5EF4-FFF2-40B4-BE49-F238E27FC236}">
                  <a16:creationId xmlns:a16="http://schemas.microsoft.com/office/drawing/2014/main" id="{F5B6F145-91FE-45A8-A98E-7CC509A1B27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66875" y="4614863"/>
              <a:ext cx="0" cy="3048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727" name="Line 67">
              <a:extLst>
                <a:ext uri="{FF2B5EF4-FFF2-40B4-BE49-F238E27FC236}">
                  <a16:creationId xmlns:a16="http://schemas.microsoft.com/office/drawing/2014/main" id="{7BB665D6-D0E4-4BA0-B06B-8789262DC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66875" y="4614863"/>
              <a:ext cx="762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728" name="Line 68">
              <a:extLst>
                <a:ext uri="{FF2B5EF4-FFF2-40B4-BE49-F238E27FC236}">
                  <a16:creationId xmlns:a16="http://schemas.microsoft.com/office/drawing/2014/main" id="{EE583F20-A999-410C-A869-2CBE91F5F6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43075" y="4614863"/>
              <a:ext cx="0" cy="3048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729" name="Line 69">
              <a:extLst>
                <a:ext uri="{FF2B5EF4-FFF2-40B4-BE49-F238E27FC236}">
                  <a16:creationId xmlns:a16="http://schemas.microsoft.com/office/drawing/2014/main" id="{0970C8A4-DB42-41BF-ADA7-CFCA8F5833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43075" y="4919663"/>
              <a:ext cx="762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730" name="Line 70">
              <a:extLst>
                <a:ext uri="{FF2B5EF4-FFF2-40B4-BE49-F238E27FC236}">
                  <a16:creationId xmlns:a16="http://schemas.microsoft.com/office/drawing/2014/main" id="{7FEA76F6-463E-4CAA-BDE2-5C707D42E82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19275" y="4614863"/>
              <a:ext cx="0" cy="3048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731" name="Line 71">
              <a:extLst>
                <a:ext uri="{FF2B5EF4-FFF2-40B4-BE49-F238E27FC236}">
                  <a16:creationId xmlns:a16="http://schemas.microsoft.com/office/drawing/2014/main" id="{A9CE5858-7156-4604-8407-26C9063988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19275" y="4614863"/>
              <a:ext cx="298291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732" name="Line 72">
              <a:extLst>
                <a:ext uri="{FF2B5EF4-FFF2-40B4-BE49-F238E27FC236}">
                  <a16:creationId xmlns:a16="http://schemas.microsoft.com/office/drawing/2014/main" id="{1F3696CD-EB7E-4B45-B683-949312B78F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2187" y="4614863"/>
              <a:ext cx="0" cy="3048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733" name="Line 73">
              <a:extLst>
                <a:ext uri="{FF2B5EF4-FFF2-40B4-BE49-F238E27FC236}">
                  <a16:creationId xmlns:a16="http://schemas.microsoft.com/office/drawing/2014/main" id="{70490CD4-33C4-4B7B-B23D-954A6D9523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2187" y="4919663"/>
              <a:ext cx="762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734" name="Line 74">
              <a:extLst>
                <a:ext uri="{FF2B5EF4-FFF2-40B4-BE49-F238E27FC236}">
                  <a16:creationId xmlns:a16="http://schemas.microsoft.com/office/drawing/2014/main" id="{5F4C8CDF-1273-44D9-8843-D586C3F7D65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78387" y="4614863"/>
              <a:ext cx="0" cy="3048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735" name="Line 75">
              <a:extLst>
                <a:ext uri="{FF2B5EF4-FFF2-40B4-BE49-F238E27FC236}">
                  <a16:creationId xmlns:a16="http://schemas.microsoft.com/office/drawing/2014/main" id="{D116D7C6-FB1E-4531-A38D-187582ED26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78387" y="4614863"/>
              <a:ext cx="762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736" name="Line 76">
              <a:extLst>
                <a:ext uri="{FF2B5EF4-FFF2-40B4-BE49-F238E27FC236}">
                  <a16:creationId xmlns:a16="http://schemas.microsoft.com/office/drawing/2014/main" id="{17D5729F-E680-458C-AC7B-8669A184E1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54587" y="4614863"/>
              <a:ext cx="0" cy="3048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737" name="Line 77">
              <a:extLst>
                <a:ext uri="{FF2B5EF4-FFF2-40B4-BE49-F238E27FC236}">
                  <a16:creationId xmlns:a16="http://schemas.microsoft.com/office/drawing/2014/main" id="{E9DF7914-0541-48BF-8901-A706D14571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54587" y="4919663"/>
              <a:ext cx="762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738" name="Line 78">
              <a:extLst>
                <a:ext uri="{FF2B5EF4-FFF2-40B4-BE49-F238E27FC236}">
                  <a16:creationId xmlns:a16="http://schemas.microsoft.com/office/drawing/2014/main" id="{D6580248-CAE8-4C63-BB17-E53812217F0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030787" y="4614863"/>
              <a:ext cx="0" cy="3048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739" name="Line 79">
              <a:extLst>
                <a:ext uri="{FF2B5EF4-FFF2-40B4-BE49-F238E27FC236}">
                  <a16:creationId xmlns:a16="http://schemas.microsoft.com/office/drawing/2014/main" id="{037607AD-A0B8-447A-A174-326528A3B4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30787" y="4614863"/>
              <a:ext cx="762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740" name="Line 80">
              <a:extLst>
                <a:ext uri="{FF2B5EF4-FFF2-40B4-BE49-F238E27FC236}">
                  <a16:creationId xmlns:a16="http://schemas.microsoft.com/office/drawing/2014/main" id="{F21817E5-A301-4DEA-B163-96D4B1D6B2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06987" y="4614863"/>
              <a:ext cx="0" cy="3048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741" name="Line 81">
              <a:extLst>
                <a:ext uri="{FF2B5EF4-FFF2-40B4-BE49-F238E27FC236}">
                  <a16:creationId xmlns:a16="http://schemas.microsoft.com/office/drawing/2014/main" id="{9433B0C2-2675-452E-879A-AACEAEAE96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06987" y="4919663"/>
              <a:ext cx="105135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2536" name="组合 2">
            <a:extLst>
              <a:ext uri="{FF2B5EF4-FFF2-40B4-BE49-F238E27FC236}">
                <a16:creationId xmlns:a16="http://schemas.microsoft.com/office/drawing/2014/main" id="{F114B0DE-304F-4EB0-91F3-D2B39F169AC1}"/>
              </a:ext>
            </a:extLst>
          </p:cNvPr>
          <p:cNvGrpSpPr>
            <a:grpSpLocks/>
          </p:cNvGrpSpPr>
          <p:nvPr/>
        </p:nvGrpSpPr>
        <p:grpSpPr bwMode="auto">
          <a:xfrm>
            <a:off x="1312863" y="5664200"/>
            <a:ext cx="7297737" cy="330200"/>
            <a:chOff x="1084263" y="5256212"/>
            <a:chExt cx="5087938" cy="339725"/>
          </a:xfrm>
        </p:grpSpPr>
        <p:sp>
          <p:nvSpPr>
            <p:cNvPr id="22716" name="Line 83">
              <a:extLst>
                <a:ext uri="{FF2B5EF4-FFF2-40B4-BE49-F238E27FC236}">
                  <a16:creationId xmlns:a16="http://schemas.microsoft.com/office/drawing/2014/main" id="{F7604379-FF5E-4493-BF82-35D25C884A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84263" y="5595937"/>
              <a:ext cx="114276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717" name="Line 84">
              <a:extLst>
                <a:ext uri="{FF2B5EF4-FFF2-40B4-BE49-F238E27FC236}">
                  <a16:creationId xmlns:a16="http://schemas.microsoft.com/office/drawing/2014/main" id="{F52F6C57-11EF-47A3-9F9A-2F73CD79B60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27029" y="5256212"/>
              <a:ext cx="0" cy="3397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718" name="Line 85">
              <a:extLst>
                <a:ext uri="{FF2B5EF4-FFF2-40B4-BE49-F238E27FC236}">
                  <a16:creationId xmlns:a16="http://schemas.microsoft.com/office/drawing/2014/main" id="{43953BC1-E4FC-433B-BECE-4B8EFB7B50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27029" y="5256212"/>
              <a:ext cx="325504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719" name="Line 86">
              <a:extLst>
                <a:ext uri="{FF2B5EF4-FFF2-40B4-BE49-F238E27FC236}">
                  <a16:creationId xmlns:a16="http://schemas.microsoft.com/office/drawing/2014/main" id="{BA7A4FCC-ACEA-44A9-ABE9-F4C8BAFD65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83563" y="5256212"/>
              <a:ext cx="0" cy="3397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720" name="Line 87">
              <a:extLst>
                <a:ext uri="{FF2B5EF4-FFF2-40B4-BE49-F238E27FC236}">
                  <a16:creationId xmlns:a16="http://schemas.microsoft.com/office/drawing/2014/main" id="{1FBE9646-011C-4774-B8F0-6609C8A2B9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82077" y="5595937"/>
              <a:ext cx="69012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2537" name="Text Box 89">
            <a:extLst>
              <a:ext uri="{FF2B5EF4-FFF2-40B4-BE49-F238E27FC236}">
                <a16:creationId xmlns:a16="http://schemas.microsoft.com/office/drawing/2014/main" id="{01549202-6090-4487-BEB3-A221A63878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1063" y="5060950"/>
            <a:ext cx="33813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0" dirty="0">
                <a:ea typeface="楷体_GB2312"/>
                <a:cs typeface="楷体_GB2312"/>
              </a:rPr>
              <a:t>x</a:t>
            </a:r>
          </a:p>
        </p:txBody>
      </p:sp>
      <p:sp>
        <p:nvSpPr>
          <p:cNvPr id="22538" name="Text Box 90">
            <a:extLst>
              <a:ext uri="{FF2B5EF4-FFF2-40B4-BE49-F238E27FC236}">
                <a16:creationId xmlns:a16="http://schemas.microsoft.com/office/drawing/2014/main" id="{5F42113C-F53C-40A1-B752-EABD9A4264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6300" y="5584825"/>
            <a:ext cx="338138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0">
                <a:ea typeface="楷体_GB2312"/>
                <a:cs typeface="楷体_GB2312"/>
              </a:rPr>
              <a:t>y</a:t>
            </a:r>
          </a:p>
        </p:txBody>
      </p:sp>
      <p:sp>
        <p:nvSpPr>
          <p:cNvPr id="22539" name="文本框 301">
            <a:extLst>
              <a:ext uri="{FF2B5EF4-FFF2-40B4-BE49-F238E27FC236}">
                <a16:creationId xmlns:a16="http://schemas.microsoft.com/office/drawing/2014/main" id="{5ABE7DE3-CE8C-4508-8197-6DFC7091F9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5663" y="4541838"/>
            <a:ext cx="3746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0"/>
              <a:t>clk</a:t>
            </a:r>
            <a:endParaRPr lang="zh-CN" altLang="en-US" sz="2400" b="0"/>
          </a:p>
        </p:txBody>
      </p:sp>
      <p:graphicFrame>
        <p:nvGraphicFramePr>
          <p:cNvPr id="103" name="表格 102">
            <a:extLst>
              <a:ext uri="{FF2B5EF4-FFF2-40B4-BE49-F238E27FC236}">
                <a16:creationId xmlns:a16="http://schemas.microsoft.com/office/drawing/2014/main" id="{B5C59113-7E89-439A-BC63-562F855A7F7B}"/>
              </a:ext>
            </a:extLst>
          </p:cNvPr>
          <p:cNvGraphicFramePr>
            <a:graphicFrameLocks noGrp="1"/>
          </p:cNvGraphicFramePr>
          <p:nvPr/>
        </p:nvGraphicFramePr>
        <p:xfrm>
          <a:off x="1312863" y="4587875"/>
          <a:ext cx="7277100" cy="3397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028">
                  <a:extLst>
                    <a:ext uri="{9D8B030D-6E8A-4147-A177-3AD203B41FA5}">
                      <a16:colId xmlns:a16="http://schemas.microsoft.com/office/drawing/2014/main" val="3463980142"/>
                    </a:ext>
                  </a:extLst>
                </a:gridCol>
                <a:gridCol w="97028">
                  <a:extLst>
                    <a:ext uri="{9D8B030D-6E8A-4147-A177-3AD203B41FA5}">
                      <a16:colId xmlns:a16="http://schemas.microsoft.com/office/drawing/2014/main" val="2578716697"/>
                    </a:ext>
                  </a:extLst>
                </a:gridCol>
                <a:gridCol w="97028">
                  <a:extLst>
                    <a:ext uri="{9D8B030D-6E8A-4147-A177-3AD203B41FA5}">
                      <a16:colId xmlns:a16="http://schemas.microsoft.com/office/drawing/2014/main" val="566028310"/>
                    </a:ext>
                  </a:extLst>
                </a:gridCol>
                <a:gridCol w="97028">
                  <a:extLst>
                    <a:ext uri="{9D8B030D-6E8A-4147-A177-3AD203B41FA5}">
                      <a16:colId xmlns:a16="http://schemas.microsoft.com/office/drawing/2014/main" val="3439870307"/>
                    </a:ext>
                  </a:extLst>
                </a:gridCol>
                <a:gridCol w="97028">
                  <a:extLst>
                    <a:ext uri="{9D8B030D-6E8A-4147-A177-3AD203B41FA5}">
                      <a16:colId xmlns:a16="http://schemas.microsoft.com/office/drawing/2014/main" val="3846923222"/>
                    </a:ext>
                  </a:extLst>
                </a:gridCol>
                <a:gridCol w="97028">
                  <a:extLst>
                    <a:ext uri="{9D8B030D-6E8A-4147-A177-3AD203B41FA5}">
                      <a16:colId xmlns:a16="http://schemas.microsoft.com/office/drawing/2014/main" val="1122086830"/>
                    </a:ext>
                  </a:extLst>
                </a:gridCol>
                <a:gridCol w="97028">
                  <a:extLst>
                    <a:ext uri="{9D8B030D-6E8A-4147-A177-3AD203B41FA5}">
                      <a16:colId xmlns:a16="http://schemas.microsoft.com/office/drawing/2014/main" val="2860082284"/>
                    </a:ext>
                  </a:extLst>
                </a:gridCol>
                <a:gridCol w="97028">
                  <a:extLst>
                    <a:ext uri="{9D8B030D-6E8A-4147-A177-3AD203B41FA5}">
                      <a16:colId xmlns:a16="http://schemas.microsoft.com/office/drawing/2014/main" val="1161224377"/>
                    </a:ext>
                  </a:extLst>
                </a:gridCol>
                <a:gridCol w="97028">
                  <a:extLst>
                    <a:ext uri="{9D8B030D-6E8A-4147-A177-3AD203B41FA5}">
                      <a16:colId xmlns:a16="http://schemas.microsoft.com/office/drawing/2014/main" val="1926007703"/>
                    </a:ext>
                  </a:extLst>
                </a:gridCol>
                <a:gridCol w="97028">
                  <a:extLst>
                    <a:ext uri="{9D8B030D-6E8A-4147-A177-3AD203B41FA5}">
                      <a16:colId xmlns:a16="http://schemas.microsoft.com/office/drawing/2014/main" val="2364413670"/>
                    </a:ext>
                  </a:extLst>
                </a:gridCol>
                <a:gridCol w="97028">
                  <a:extLst>
                    <a:ext uri="{9D8B030D-6E8A-4147-A177-3AD203B41FA5}">
                      <a16:colId xmlns:a16="http://schemas.microsoft.com/office/drawing/2014/main" val="1242005596"/>
                    </a:ext>
                  </a:extLst>
                </a:gridCol>
                <a:gridCol w="97028">
                  <a:extLst>
                    <a:ext uri="{9D8B030D-6E8A-4147-A177-3AD203B41FA5}">
                      <a16:colId xmlns:a16="http://schemas.microsoft.com/office/drawing/2014/main" val="2303267371"/>
                    </a:ext>
                  </a:extLst>
                </a:gridCol>
                <a:gridCol w="97028">
                  <a:extLst>
                    <a:ext uri="{9D8B030D-6E8A-4147-A177-3AD203B41FA5}">
                      <a16:colId xmlns:a16="http://schemas.microsoft.com/office/drawing/2014/main" val="240860466"/>
                    </a:ext>
                  </a:extLst>
                </a:gridCol>
                <a:gridCol w="97028">
                  <a:extLst>
                    <a:ext uri="{9D8B030D-6E8A-4147-A177-3AD203B41FA5}">
                      <a16:colId xmlns:a16="http://schemas.microsoft.com/office/drawing/2014/main" val="3164019848"/>
                    </a:ext>
                  </a:extLst>
                </a:gridCol>
                <a:gridCol w="97028">
                  <a:extLst>
                    <a:ext uri="{9D8B030D-6E8A-4147-A177-3AD203B41FA5}">
                      <a16:colId xmlns:a16="http://schemas.microsoft.com/office/drawing/2014/main" val="1441754024"/>
                    </a:ext>
                  </a:extLst>
                </a:gridCol>
                <a:gridCol w="97028">
                  <a:extLst>
                    <a:ext uri="{9D8B030D-6E8A-4147-A177-3AD203B41FA5}">
                      <a16:colId xmlns:a16="http://schemas.microsoft.com/office/drawing/2014/main" val="4008531305"/>
                    </a:ext>
                  </a:extLst>
                </a:gridCol>
                <a:gridCol w="97028">
                  <a:extLst>
                    <a:ext uri="{9D8B030D-6E8A-4147-A177-3AD203B41FA5}">
                      <a16:colId xmlns:a16="http://schemas.microsoft.com/office/drawing/2014/main" val="918115375"/>
                    </a:ext>
                  </a:extLst>
                </a:gridCol>
                <a:gridCol w="97028">
                  <a:extLst>
                    <a:ext uri="{9D8B030D-6E8A-4147-A177-3AD203B41FA5}">
                      <a16:colId xmlns:a16="http://schemas.microsoft.com/office/drawing/2014/main" val="528127577"/>
                    </a:ext>
                  </a:extLst>
                </a:gridCol>
                <a:gridCol w="97028">
                  <a:extLst>
                    <a:ext uri="{9D8B030D-6E8A-4147-A177-3AD203B41FA5}">
                      <a16:colId xmlns:a16="http://schemas.microsoft.com/office/drawing/2014/main" val="1254602089"/>
                    </a:ext>
                  </a:extLst>
                </a:gridCol>
                <a:gridCol w="97028">
                  <a:extLst>
                    <a:ext uri="{9D8B030D-6E8A-4147-A177-3AD203B41FA5}">
                      <a16:colId xmlns:a16="http://schemas.microsoft.com/office/drawing/2014/main" val="1321767859"/>
                    </a:ext>
                  </a:extLst>
                </a:gridCol>
                <a:gridCol w="97028">
                  <a:extLst>
                    <a:ext uri="{9D8B030D-6E8A-4147-A177-3AD203B41FA5}">
                      <a16:colId xmlns:a16="http://schemas.microsoft.com/office/drawing/2014/main" val="2201141273"/>
                    </a:ext>
                  </a:extLst>
                </a:gridCol>
                <a:gridCol w="97028">
                  <a:extLst>
                    <a:ext uri="{9D8B030D-6E8A-4147-A177-3AD203B41FA5}">
                      <a16:colId xmlns:a16="http://schemas.microsoft.com/office/drawing/2014/main" val="3661292087"/>
                    </a:ext>
                  </a:extLst>
                </a:gridCol>
                <a:gridCol w="97028">
                  <a:extLst>
                    <a:ext uri="{9D8B030D-6E8A-4147-A177-3AD203B41FA5}">
                      <a16:colId xmlns:a16="http://schemas.microsoft.com/office/drawing/2014/main" val="2899609367"/>
                    </a:ext>
                  </a:extLst>
                </a:gridCol>
                <a:gridCol w="97028">
                  <a:extLst>
                    <a:ext uri="{9D8B030D-6E8A-4147-A177-3AD203B41FA5}">
                      <a16:colId xmlns:a16="http://schemas.microsoft.com/office/drawing/2014/main" val="3860196271"/>
                    </a:ext>
                  </a:extLst>
                </a:gridCol>
                <a:gridCol w="97028">
                  <a:extLst>
                    <a:ext uri="{9D8B030D-6E8A-4147-A177-3AD203B41FA5}">
                      <a16:colId xmlns:a16="http://schemas.microsoft.com/office/drawing/2014/main" val="2733175"/>
                    </a:ext>
                  </a:extLst>
                </a:gridCol>
                <a:gridCol w="97028">
                  <a:extLst>
                    <a:ext uri="{9D8B030D-6E8A-4147-A177-3AD203B41FA5}">
                      <a16:colId xmlns:a16="http://schemas.microsoft.com/office/drawing/2014/main" val="1114734395"/>
                    </a:ext>
                  </a:extLst>
                </a:gridCol>
                <a:gridCol w="97028">
                  <a:extLst>
                    <a:ext uri="{9D8B030D-6E8A-4147-A177-3AD203B41FA5}">
                      <a16:colId xmlns:a16="http://schemas.microsoft.com/office/drawing/2014/main" val="356880225"/>
                    </a:ext>
                  </a:extLst>
                </a:gridCol>
                <a:gridCol w="97028">
                  <a:extLst>
                    <a:ext uri="{9D8B030D-6E8A-4147-A177-3AD203B41FA5}">
                      <a16:colId xmlns:a16="http://schemas.microsoft.com/office/drawing/2014/main" val="1908091814"/>
                    </a:ext>
                  </a:extLst>
                </a:gridCol>
                <a:gridCol w="97028">
                  <a:extLst>
                    <a:ext uri="{9D8B030D-6E8A-4147-A177-3AD203B41FA5}">
                      <a16:colId xmlns:a16="http://schemas.microsoft.com/office/drawing/2014/main" val="2128826730"/>
                    </a:ext>
                  </a:extLst>
                </a:gridCol>
                <a:gridCol w="97028">
                  <a:extLst>
                    <a:ext uri="{9D8B030D-6E8A-4147-A177-3AD203B41FA5}">
                      <a16:colId xmlns:a16="http://schemas.microsoft.com/office/drawing/2014/main" val="1061060610"/>
                    </a:ext>
                  </a:extLst>
                </a:gridCol>
                <a:gridCol w="97028">
                  <a:extLst>
                    <a:ext uri="{9D8B030D-6E8A-4147-A177-3AD203B41FA5}">
                      <a16:colId xmlns:a16="http://schemas.microsoft.com/office/drawing/2014/main" val="3121043254"/>
                    </a:ext>
                  </a:extLst>
                </a:gridCol>
                <a:gridCol w="97028">
                  <a:extLst>
                    <a:ext uri="{9D8B030D-6E8A-4147-A177-3AD203B41FA5}">
                      <a16:colId xmlns:a16="http://schemas.microsoft.com/office/drawing/2014/main" val="2828189473"/>
                    </a:ext>
                  </a:extLst>
                </a:gridCol>
                <a:gridCol w="97028">
                  <a:extLst>
                    <a:ext uri="{9D8B030D-6E8A-4147-A177-3AD203B41FA5}">
                      <a16:colId xmlns:a16="http://schemas.microsoft.com/office/drawing/2014/main" val="1312797132"/>
                    </a:ext>
                  </a:extLst>
                </a:gridCol>
                <a:gridCol w="97028">
                  <a:extLst>
                    <a:ext uri="{9D8B030D-6E8A-4147-A177-3AD203B41FA5}">
                      <a16:colId xmlns:a16="http://schemas.microsoft.com/office/drawing/2014/main" val="2979818690"/>
                    </a:ext>
                  </a:extLst>
                </a:gridCol>
                <a:gridCol w="97028">
                  <a:extLst>
                    <a:ext uri="{9D8B030D-6E8A-4147-A177-3AD203B41FA5}">
                      <a16:colId xmlns:a16="http://schemas.microsoft.com/office/drawing/2014/main" val="2646117561"/>
                    </a:ext>
                  </a:extLst>
                </a:gridCol>
                <a:gridCol w="97028">
                  <a:extLst>
                    <a:ext uri="{9D8B030D-6E8A-4147-A177-3AD203B41FA5}">
                      <a16:colId xmlns:a16="http://schemas.microsoft.com/office/drawing/2014/main" val="2661095778"/>
                    </a:ext>
                  </a:extLst>
                </a:gridCol>
                <a:gridCol w="97028">
                  <a:extLst>
                    <a:ext uri="{9D8B030D-6E8A-4147-A177-3AD203B41FA5}">
                      <a16:colId xmlns:a16="http://schemas.microsoft.com/office/drawing/2014/main" val="2608936294"/>
                    </a:ext>
                  </a:extLst>
                </a:gridCol>
                <a:gridCol w="97028">
                  <a:extLst>
                    <a:ext uri="{9D8B030D-6E8A-4147-A177-3AD203B41FA5}">
                      <a16:colId xmlns:a16="http://schemas.microsoft.com/office/drawing/2014/main" val="4188756307"/>
                    </a:ext>
                  </a:extLst>
                </a:gridCol>
                <a:gridCol w="97028">
                  <a:extLst>
                    <a:ext uri="{9D8B030D-6E8A-4147-A177-3AD203B41FA5}">
                      <a16:colId xmlns:a16="http://schemas.microsoft.com/office/drawing/2014/main" val="86747758"/>
                    </a:ext>
                  </a:extLst>
                </a:gridCol>
                <a:gridCol w="97028">
                  <a:extLst>
                    <a:ext uri="{9D8B030D-6E8A-4147-A177-3AD203B41FA5}">
                      <a16:colId xmlns:a16="http://schemas.microsoft.com/office/drawing/2014/main" val="1391564611"/>
                    </a:ext>
                  </a:extLst>
                </a:gridCol>
                <a:gridCol w="97028">
                  <a:extLst>
                    <a:ext uri="{9D8B030D-6E8A-4147-A177-3AD203B41FA5}">
                      <a16:colId xmlns:a16="http://schemas.microsoft.com/office/drawing/2014/main" val="3375279964"/>
                    </a:ext>
                  </a:extLst>
                </a:gridCol>
                <a:gridCol w="97028">
                  <a:extLst>
                    <a:ext uri="{9D8B030D-6E8A-4147-A177-3AD203B41FA5}">
                      <a16:colId xmlns:a16="http://schemas.microsoft.com/office/drawing/2014/main" val="398459810"/>
                    </a:ext>
                  </a:extLst>
                </a:gridCol>
                <a:gridCol w="97028">
                  <a:extLst>
                    <a:ext uri="{9D8B030D-6E8A-4147-A177-3AD203B41FA5}">
                      <a16:colId xmlns:a16="http://schemas.microsoft.com/office/drawing/2014/main" val="2511494631"/>
                    </a:ext>
                  </a:extLst>
                </a:gridCol>
                <a:gridCol w="97028">
                  <a:extLst>
                    <a:ext uri="{9D8B030D-6E8A-4147-A177-3AD203B41FA5}">
                      <a16:colId xmlns:a16="http://schemas.microsoft.com/office/drawing/2014/main" val="3472346825"/>
                    </a:ext>
                  </a:extLst>
                </a:gridCol>
                <a:gridCol w="97028">
                  <a:extLst>
                    <a:ext uri="{9D8B030D-6E8A-4147-A177-3AD203B41FA5}">
                      <a16:colId xmlns:a16="http://schemas.microsoft.com/office/drawing/2014/main" val="3647149192"/>
                    </a:ext>
                  </a:extLst>
                </a:gridCol>
                <a:gridCol w="97028">
                  <a:extLst>
                    <a:ext uri="{9D8B030D-6E8A-4147-A177-3AD203B41FA5}">
                      <a16:colId xmlns:a16="http://schemas.microsoft.com/office/drawing/2014/main" val="870120844"/>
                    </a:ext>
                  </a:extLst>
                </a:gridCol>
                <a:gridCol w="97028">
                  <a:extLst>
                    <a:ext uri="{9D8B030D-6E8A-4147-A177-3AD203B41FA5}">
                      <a16:colId xmlns:a16="http://schemas.microsoft.com/office/drawing/2014/main" val="1689243378"/>
                    </a:ext>
                  </a:extLst>
                </a:gridCol>
                <a:gridCol w="97028">
                  <a:extLst>
                    <a:ext uri="{9D8B030D-6E8A-4147-A177-3AD203B41FA5}">
                      <a16:colId xmlns:a16="http://schemas.microsoft.com/office/drawing/2014/main" val="2488051204"/>
                    </a:ext>
                  </a:extLst>
                </a:gridCol>
                <a:gridCol w="97028">
                  <a:extLst>
                    <a:ext uri="{9D8B030D-6E8A-4147-A177-3AD203B41FA5}">
                      <a16:colId xmlns:a16="http://schemas.microsoft.com/office/drawing/2014/main" val="846044408"/>
                    </a:ext>
                  </a:extLst>
                </a:gridCol>
                <a:gridCol w="97028">
                  <a:extLst>
                    <a:ext uri="{9D8B030D-6E8A-4147-A177-3AD203B41FA5}">
                      <a16:colId xmlns:a16="http://schemas.microsoft.com/office/drawing/2014/main" val="4054324147"/>
                    </a:ext>
                  </a:extLst>
                </a:gridCol>
                <a:gridCol w="97028">
                  <a:extLst>
                    <a:ext uri="{9D8B030D-6E8A-4147-A177-3AD203B41FA5}">
                      <a16:colId xmlns:a16="http://schemas.microsoft.com/office/drawing/2014/main" val="4144585585"/>
                    </a:ext>
                  </a:extLst>
                </a:gridCol>
                <a:gridCol w="97028">
                  <a:extLst>
                    <a:ext uri="{9D8B030D-6E8A-4147-A177-3AD203B41FA5}">
                      <a16:colId xmlns:a16="http://schemas.microsoft.com/office/drawing/2014/main" val="997862446"/>
                    </a:ext>
                  </a:extLst>
                </a:gridCol>
                <a:gridCol w="97028">
                  <a:extLst>
                    <a:ext uri="{9D8B030D-6E8A-4147-A177-3AD203B41FA5}">
                      <a16:colId xmlns:a16="http://schemas.microsoft.com/office/drawing/2014/main" val="934350705"/>
                    </a:ext>
                  </a:extLst>
                </a:gridCol>
                <a:gridCol w="97028">
                  <a:extLst>
                    <a:ext uri="{9D8B030D-6E8A-4147-A177-3AD203B41FA5}">
                      <a16:colId xmlns:a16="http://schemas.microsoft.com/office/drawing/2014/main" val="1714127649"/>
                    </a:ext>
                  </a:extLst>
                </a:gridCol>
                <a:gridCol w="97028">
                  <a:extLst>
                    <a:ext uri="{9D8B030D-6E8A-4147-A177-3AD203B41FA5}">
                      <a16:colId xmlns:a16="http://schemas.microsoft.com/office/drawing/2014/main" val="1486539255"/>
                    </a:ext>
                  </a:extLst>
                </a:gridCol>
                <a:gridCol w="97028">
                  <a:extLst>
                    <a:ext uri="{9D8B030D-6E8A-4147-A177-3AD203B41FA5}">
                      <a16:colId xmlns:a16="http://schemas.microsoft.com/office/drawing/2014/main" val="3020145174"/>
                    </a:ext>
                  </a:extLst>
                </a:gridCol>
                <a:gridCol w="97028">
                  <a:extLst>
                    <a:ext uri="{9D8B030D-6E8A-4147-A177-3AD203B41FA5}">
                      <a16:colId xmlns:a16="http://schemas.microsoft.com/office/drawing/2014/main" val="1708630336"/>
                    </a:ext>
                  </a:extLst>
                </a:gridCol>
                <a:gridCol w="97028">
                  <a:extLst>
                    <a:ext uri="{9D8B030D-6E8A-4147-A177-3AD203B41FA5}">
                      <a16:colId xmlns:a16="http://schemas.microsoft.com/office/drawing/2014/main" val="4271497638"/>
                    </a:ext>
                  </a:extLst>
                </a:gridCol>
                <a:gridCol w="97028">
                  <a:extLst>
                    <a:ext uri="{9D8B030D-6E8A-4147-A177-3AD203B41FA5}">
                      <a16:colId xmlns:a16="http://schemas.microsoft.com/office/drawing/2014/main" val="668364291"/>
                    </a:ext>
                  </a:extLst>
                </a:gridCol>
                <a:gridCol w="97028">
                  <a:extLst>
                    <a:ext uri="{9D8B030D-6E8A-4147-A177-3AD203B41FA5}">
                      <a16:colId xmlns:a16="http://schemas.microsoft.com/office/drawing/2014/main" val="948950114"/>
                    </a:ext>
                  </a:extLst>
                </a:gridCol>
                <a:gridCol w="97028">
                  <a:extLst>
                    <a:ext uri="{9D8B030D-6E8A-4147-A177-3AD203B41FA5}">
                      <a16:colId xmlns:a16="http://schemas.microsoft.com/office/drawing/2014/main" val="915000109"/>
                    </a:ext>
                  </a:extLst>
                </a:gridCol>
                <a:gridCol w="97028">
                  <a:extLst>
                    <a:ext uri="{9D8B030D-6E8A-4147-A177-3AD203B41FA5}">
                      <a16:colId xmlns:a16="http://schemas.microsoft.com/office/drawing/2014/main" val="3096536976"/>
                    </a:ext>
                  </a:extLst>
                </a:gridCol>
                <a:gridCol w="97028">
                  <a:extLst>
                    <a:ext uri="{9D8B030D-6E8A-4147-A177-3AD203B41FA5}">
                      <a16:colId xmlns:a16="http://schemas.microsoft.com/office/drawing/2014/main" val="800302700"/>
                    </a:ext>
                  </a:extLst>
                </a:gridCol>
                <a:gridCol w="97028">
                  <a:extLst>
                    <a:ext uri="{9D8B030D-6E8A-4147-A177-3AD203B41FA5}">
                      <a16:colId xmlns:a16="http://schemas.microsoft.com/office/drawing/2014/main" val="1325251159"/>
                    </a:ext>
                  </a:extLst>
                </a:gridCol>
                <a:gridCol w="97028">
                  <a:extLst>
                    <a:ext uri="{9D8B030D-6E8A-4147-A177-3AD203B41FA5}">
                      <a16:colId xmlns:a16="http://schemas.microsoft.com/office/drawing/2014/main" val="2405160327"/>
                    </a:ext>
                  </a:extLst>
                </a:gridCol>
                <a:gridCol w="97028">
                  <a:extLst>
                    <a:ext uri="{9D8B030D-6E8A-4147-A177-3AD203B41FA5}">
                      <a16:colId xmlns:a16="http://schemas.microsoft.com/office/drawing/2014/main" val="2907388147"/>
                    </a:ext>
                  </a:extLst>
                </a:gridCol>
                <a:gridCol w="97028">
                  <a:extLst>
                    <a:ext uri="{9D8B030D-6E8A-4147-A177-3AD203B41FA5}">
                      <a16:colId xmlns:a16="http://schemas.microsoft.com/office/drawing/2014/main" val="3749929256"/>
                    </a:ext>
                  </a:extLst>
                </a:gridCol>
                <a:gridCol w="97028">
                  <a:extLst>
                    <a:ext uri="{9D8B030D-6E8A-4147-A177-3AD203B41FA5}">
                      <a16:colId xmlns:a16="http://schemas.microsoft.com/office/drawing/2014/main" val="239808449"/>
                    </a:ext>
                  </a:extLst>
                </a:gridCol>
                <a:gridCol w="97028">
                  <a:extLst>
                    <a:ext uri="{9D8B030D-6E8A-4147-A177-3AD203B41FA5}">
                      <a16:colId xmlns:a16="http://schemas.microsoft.com/office/drawing/2014/main" val="2251158171"/>
                    </a:ext>
                  </a:extLst>
                </a:gridCol>
                <a:gridCol w="97028">
                  <a:extLst>
                    <a:ext uri="{9D8B030D-6E8A-4147-A177-3AD203B41FA5}">
                      <a16:colId xmlns:a16="http://schemas.microsoft.com/office/drawing/2014/main" val="3783636508"/>
                    </a:ext>
                  </a:extLst>
                </a:gridCol>
                <a:gridCol w="97028">
                  <a:extLst>
                    <a:ext uri="{9D8B030D-6E8A-4147-A177-3AD203B41FA5}">
                      <a16:colId xmlns:a16="http://schemas.microsoft.com/office/drawing/2014/main" val="2945500904"/>
                    </a:ext>
                  </a:extLst>
                </a:gridCol>
                <a:gridCol w="97028">
                  <a:extLst>
                    <a:ext uri="{9D8B030D-6E8A-4147-A177-3AD203B41FA5}">
                      <a16:colId xmlns:a16="http://schemas.microsoft.com/office/drawing/2014/main" val="2712908361"/>
                    </a:ext>
                  </a:extLst>
                </a:gridCol>
                <a:gridCol w="97028">
                  <a:extLst>
                    <a:ext uri="{9D8B030D-6E8A-4147-A177-3AD203B41FA5}">
                      <a16:colId xmlns:a16="http://schemas.microsoft.com/office/drawing/2014/main" val="3770603292"/>
                    </a:ext>
                  </a:extLst>
                </a:gridCol>
                <a:gridCol w="97028">
                  <a:extLst>
                    <a:ext uri="{9D8B030D-6E8A-4147-A177-3AD203B41FA5}">
                      <a16:colId xmlns:a16="http://schemas.microsoft.com/office/drawing/2014/main" val="607480043"/>
                    </a:ext>
                  </a:extLst>
                </a:gridCol>
                <a:gridCol w="97028">
                  <a:extLst>
                    <a:ext uri="{9D8B030D-6E8A-4147-A177-3AD203B41FA5}">
                      <a16:colId xmlns:a16="http://schemas.microsoft.com/office/drawing/2014/main" val="1396187333"/>
                    </a:ext>
                  </a:extLst>
                </a:gridCol>
              </a:tblGrid>
              <a:tr h="339725"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9879466"/>
                  </a:ext>
                </a:extLst>
              </a:tr>
            </a:tbl>
          </a:graphicData>
        </a:graphic>
      </p:graphicFrame>
      <p:cxnSp>
        <p:nvCxnSpPr>
          <p:cNvPr id="22693" name="直接连接符 6">
            <a:extLst>
              <a:ext uri="{FF2B5EF4-FFF2-40B4-BE49-F238E27FC236}">
                <a16:creationId xmlns:a16="http://schemas.microsoft.com/office/drawing/2014/main" id="{9E8B38A3-9E2F-4D7F-8255-026241B2CA6F}"/>
              </a:ext>
            </a:extLst>
          </p:cNvPr>
          <p:cNvCxnSpPr>
            <a:cxnSpLocks/>
          </p:cNvCxnSpPr>
          <p:nvPr/>
        </p:nvCxnSpPr>
        <p:spPr bwMode="auto">
          <a:xfrm>
            <a:off x="8596313" y="4587875"/>
            <a:ext cx="0" cy="339725"/>
          </a:xfrm>
          <a:prstGeom prst="line">
            <a:avLst/>
          </a:prstGeom>
          <a:noFill/>
          <a:ln w="38100" algn="ctr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694" name="直接连接符 122">
            <a:extLst>
              <a:ext uri="{FF2B5EF4-FFF2-40B4-BE49-F238E27FC236}">
                <a16:creationId xmlns:a16="http://schemas.microsoft.com/office/drawing/2014/main" id="{2C83F2BF-8A05-4D06-9A08-D78DE69E558D}"/>
              </a:ext>
            </a:extLst>
          </p:cNvPr>
          <p:cNvCxnSpPr>
            <a:cxnSpLocks/>
          </p:cNvCxnSpPr>
          <p:nvPr/>
        </p:nvCxnSpPr>
        <p:spPr bwMode="auto">
          <a:xfrm>
            <a:off x="1322388" y="4587875"/>
            <a:ext cx="0" cy="339725"/>
          </a:xfrm>
          <a:prstGeom prst="line">
            <a:avLst/>
          </a:prstGeom>
          <a:noFill/>
          <a:ln w="38100" algn="ctr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697" name="直接箭头连接符 2">
            <a:extLst>
              <a:ext uri="{FF2B5EF4-FFF2-40B4-BE49-F238E27FC236}">
                <a16:creationId xmlns:a16="http://schemas.microsoft.com/office/drawing/2014/main" id="{BE28615B-BB11-4DCF-BB79-FFF2DE700BA1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366963" y="5516563"/>
            <a:ext cx="584200" cy="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1" name="TextBox 25">
            <a:extLst>
              <a:ext uri="{FF2B5EF4-FFF2-40B4-BE49-F238E27FC236}">
                <a16:creationId xmlns:a16="http://schemas.microsoft.com/office/drawing/2014/main" id="{2308BABD-5EFF-454C-B6AD-CD76484DFC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4438" y="3567557"/>
            <a:ext cx="631289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000" b="0" dirty="0"/>
              <a:t>若</a:t>
            </a:r>
            <a:r>
              <a:rPr lang="en-US" altLang="zh-CN" sz="2000" b="0" err="1"/>
              <a:t>clk</a:t>
            </a:r>
            <a:r>
              <a:rPr lang="en-US" altLang="zh-CN" sz="2000" b="0"/>
              <a:t> = 100MHz</a:t>
            </a:r>
            <a:r>
              <a:rPr lang="en-US" altLang="zh-CN" sz="2000" b="0" dirty="0"/>
              <a:t>, </a:t>
            </a:r>
            <a:r>
              <a:rPr lang="zh-CN" altLang="en-US" sz="2000" b="0"/>
              <a:t>取</a:t>
            </a:r>
            <a:r>
              <a:rPr lang="en-US" altLang="zh-CN" sz="2000" b="0"/>
              <a:t>TD = 10ms</a:t>
            </a:r>
            <a:r>
              <a:rPr lang="en-US" altLang="zh-CN" sz="2000" b="0" dirty="0"/>
              <a:t>, </a:t>
            </a:r>
            <a:r>
              <a:rPr lang="zh-CN" altLang="en-US" sz="2000" b="0" dirty="0"/>
              <a:t>则</a:t>
            </a:r>
            <a:r>
              <a:rPr lang="en-US" altLang="zh-CN" sz="2000" b="0" dirty="0"/>
              <a:t>N = 1000000</a:t>
            </a:r>
            <a:r>
              <a:rPr lang="zh-CN" altLang="en-US" sz="2000" b="0" dirty="0"/>
              <a:t>个</a:t>
            </a:r>
            <a:r>
              <a:rPr lang="en-US" altLang="zh-CN" sz="2000" b="0" err="1"/>
              <a:t>clk</a:t>
            </a:r>
            <a:r>
              <a:rPr lang="zh-CN" altLang="en-US" sz="2000" b="0"/>
              <a:t>周期</a:t>
            </a:r>
            <a:endParaRPr lang="zh-CN" altLang="en-US" sz="2000" b="0" dirty="0"/>
          </a:p>
        </p:txBody>
      </p:sp>
      <p:cxnSp>
        <p:nvCxnSpPr>
          <p:cNvPr id="22699" name="直接箭头连接符 6">
            <a:extLst>
              <a:ext uri="{FF2B5EF4-FFF2-40B4-BE49-F238E27FC236}">
                <a16:creationId xmlns:a16="http://schemas.microsoft.com/office/drawing/2014/main" id="{6DCEBCCD-F9C6-4A1D-8B4C-943E1CB604C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039938" y="4430713"/>
            <a:ext cx="327025" cy="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700" name="直接箭头连接符 8">
            <a:extLst>
              <a:ext uri="{FF2B5EF4-FFF2-40B4-BE49-F238E27FC236}">
                <a16:creationId xmlns:a16="http://schemas.microsoft.com/office/drawing/2014/main" id="{C60E2492-E326-4D3F-8C61-00AC2156F766}"/>
              </a:ext>
            </a:extLst>
          </p:cNvPr>
          <p:cNvCxnSpPr>
            <a:cxnSpLocks/>
          </p:cNvCxnSpPr>
          <p:nvPr/>
        </p:nvCxnSpPr>
        <p:spPr bwMode="auto">
          <a:xfrm flipH="1">
            <a:off x="2951163" y="4430713"/>
            <a:ext cx="396875" cy="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2701" name="TextBox 25">
            <a:extLst>
              <a:ext uri="{FF2B5EF4-FFF2-40B4-BE49-F238E27FC236}">
                <a16:creationId xmlns:a16="http://schemas.microsoft.com/office/drawing/2014/main" id="{75F47D6B-72B7-44F8-842A-946AD6502B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6025" y="4208463"/>
            <a:ext cx="3968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0"/>
              <a:t>N</a:t>
            </a:r>
            <a:endParaRPr lang="zh-CN" altLang="en-US" sz="1800" b="0"/>
          </a:p>
        </p:txBody>
      </p:sp>
      <p:sp>
        <p:nvSpPr>
          <p:cNvPr id="22703" name="日期占位符 3">
            <a:extLst>
              <a:ext uri="{FF2B5EF4-FFF2-40B4-BE49-F238E27FC236}">
                <a16:creationId xmlns:a16="http://schemas.microsoft.com/office/drawing/2014/main" id="{13E0F7C5-59F4-456D-8204-0DC3D14056CF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59BEFC4-A932-4B0C-93C6-6364C73F4172}" type="datetime1">
              <a:rPr lang="zh-CN" altLang="en-US" sz="1800" b="0" smtClean="0">
                <a:latin typeface="Arial" panose="020B0604020202020204" pitchFamily="34" charset="0"/>
              </a:rPr>
              <a:t>2025/11/5</a:t>
            </a:fld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22704" name="页脚占位符 4">
            <a:extLst>
              <a:ext uri="{FF2B5EF4-FFF2-40B4-BE49-F238E27FC236}">
                <a16:creationId xmlns:a16="http://schemas.microsoft.com/office/drawing/2014/main" id="{A1900EB3-6323-4470-A6E0-6AEB6A817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67877" y="6429376"/>
            <a:ext cx="4495800" cy="3397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800" b="0" dirty="0">
                <a:latin typeface="Arial" panose="020B0604020202020204" pitchFamily="34" charset="0"/>
              </a:rPr>
              <a:t>通过计数确定输入稳定一段时间后再反转？</a:t>
            </a:r>
          </a:p>
        </p:txBody>
      </p:sp>
      <p:sp>
        <p:nvSpPr>
          <p:cNvPr id="22705" name="灯片编号占位符 5">
            <a:extLst>
              <a:ext uri="{FF2B5EF4-FFF2-40B4-BE49-F238E27FC236}">
                <a16:creationId xmlns:a16="http://schemas.microsoft.com/office/drawing/2014/main" id="{C8D0FF03-E603-451E-838E-8777E2B0E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6B38EF3-1D79-43E5-8BF7-50FB322A80C7}" type="slidenum">
              <a:rPr lang="en-US" altLang="zh-CN" sz="1800" b="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7</a:t>
            </a:fld>
            <a:endParaRPr lang="en-US" altLang="zh-CN" sz="1800" b="0">
              <a:latin typeface="Arial" panose="020B0604020202020204" pitchFamily="34" charset="0"/>
            </a:endParaRPr>
          </a:p>
        </p:txBody>
      </p:sp>
      <p:grpSp>
        <p:nvGrpSpPr>
          <p:cNvPr id="62" name="组合 1">
            <a:extLst>
              <a:ext uri="{FF2B5EF4-FFF2-40B4-BE49-F238E27FC236}">
                <a16:creationId xmlns:a16="http://schemas.microsoft.com/office/drawing/2014/main" id="{F192DD23-54C7-4E4C-A527-07E9298560F7}"/>
              </a:ext>
            </a:extLst>
          </p:cNvPr>
          <p:cNvGrpSpPr>
            <a:grpSpLocks/>
          </p:cNvGrpSpPr>
          <p:nvPr/>
        </p:nvGrpSpPr>
        <p:grpSpPr bwMode="auto">
          <a:xfrm>
            <a:off x="7182202" y="2605340"/>
            <a:ext cx="1307790" cy="760954"/>
            <a:chOff x="5622929" y="1398589"/>
            <a:chExt cx="1914521" cy="760953"/>
          </a:xfrm>
        </p:grpSpPr>
        <p:sp>
          <p:nvSpPr>
            <p:cNvPr id="63" name="Text Box 4">
              <a:extLst>
                <a:ext uri="{FF2B5EF4-FFF2-40B4-BE49-F238E27FC236}">
                  <a16:creationId xmlns:a16="http://schemas.microsoft.com/office/drawing/2014/main" id="{4224C565-5EC6-4619-90D1-C3B0D785BA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91240" y="1398589"/>
              <a:ext cx="977898" cy="760953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0" tIns="0" rIns="0" bIns="0" anchor="t" anchorCtr="0">
              <a:no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0" dirty="0"/>
                <a:t>DB</a:t>
              </a:r>
              <a:endParaRPr lang="en-US" altLang="zh-CN" sz="1800" b="0" dirty="0"/>
            </a:p>
          </p:txBody>
        </p:sp>
        <p:sp>
          <p:nvSpPr>
            <p:cNvPr id="64" name="Text Box 9">
              <a:extLst>
                <a:ext uri="{FF2B5EF4-FFF2-40B4-BE49-F238E27FC236}">
                  <a16:creationId xmlns:a16="http://schemas.microsoft.com/office/drawing/2014/main" id="{E4D614A5-F6A2-4EB2-9EFA-5F35474C6C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74982" y="1597533"/>
              <a:ext cx="346637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algn="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0" dirty="0"/>
                <a:t>x</a:t>
              </a:r>
              <a:endParaRPr lang="zh-CN" altLang="en-US" sz="2000" b="0" dirty="0"/>
            </a:p>
          </p:txBody>
        </p:sp>
        <p:sp>
          <p:nvSpPr>
            <p:cNvPr id="65" name="Line 24">
              <a:extLst>
                <a:ext uri="{FF2B5EF4-FFF2-40B4-BE49-F238E27FC236}">
                  <a16:creationId xmlns:a16="http://schemas.microsoft.com/office/drawing/2014/main" id="{79FD473D-17A4-4A4C-9FFA-5A982CB9FA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69138" y="1833546"/>
              <a:ext cx="46831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" name="Line 31">
              <a:extLst>
                <a:ext uri="{FF2B5EF4-FFF2-40B4-BE49-F238E27FC236}">
                  <a16:creationId xmlns:a16="http://schemas.microsoft.com/office/drawing/2014/main" id="{D9712335-547C-476D-A163-14277BE394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22929" y="1826702"/>
              <a:ext cx="46831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" name="Text Box 32">
              <a:extLst>
                <a:ext uri="{FF2B5EF4-FFF2-40B4-BE49-F238E27FC236}">
                  <a16:creationId xmlns:a16="http://schemas.microsoft.com/office/drawing/2014/main" id="{08D1C2DB-08C3-4B6B-8839-FDE8DA2905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27300" y="1571326"/>
              <a:ext cx="346637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0" dirty="0"/>
                <a:t>y</a:t>
              </a:r>
              <a:endParaRPr lang="zh-CN" altLang="en-US" sz="2000" b="0" dirty="0"/>
            </a:p>
          </p:txBody>
        </p:sp>
      </p:grpSp>
    </p:spTree>
    <p:extLst>
      <p:ext uri="{BB962C8B-B14F-4D97-AF65-F5344CB8AC3E}">
        <p14:creationId xmlns:p14="http://schemas.microsoft.com/office/powerpoint/2010/main" val="1052208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标题 1">
            <a:extLst>
              <a:ext uri="{FF2B5EF4-FFF2-40B4-BE49-F238E27FC236}">
                <a16:creationId xmlns:a16="http://schemas.microsoft.com/office/drawing/2014/main" id="{6657AA47-EC39-479D-90BB-0D18523837E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1030288"/>
          </a:xfrm>
        </p:spPr>
        <p:txBody>
          <a:bodyPr/>
          <a:lstStyle/>
          <a:p>
            <a:r>
              <a:rPr lang="zh-CN" altLang="en-US"/>
              <a:t>信号同步和</a:t>
            </a:r>
            <a:r>
              <a:rPr lang="zh-CN" altLang="en-US">
                <a:latin typeface="宋体" panose="02010600030101010101" pitchFamily="2" charset="-122"/>
              </a:rPr>
              <a:t>取边沿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53EC7E42-8E00-4130-8E10-24AD49D0AC9E}"/>
              </a:ext>
            </a:extLst>
          </p:cNvPr>
          <p:cNvGrpSpPr/>
          <p:nvPr/>
        </p:nvGrpSpPr>
        <p:grpSpPr>
          <a:xfrm>
            <a:off x="963613" y="4538663"/>
            <a:ext cx="7245350" cy="1493283"/>
            <a:chOff x="963613" y="4538663"/>
            <a:chExt cx="7245350" cy="1525141"/>
          </a:xfrm>
        </p:grpSpPr>
        <p:sp>
          <p:nvSpPr>
            <p:cNvPr id="24579" name="文本框 68">
              <a:extLst>
                <a:ext uri="{FF2B5EF4-FFF2-40B4-BE49-F238E27FC236}">
                  <a16:creationId xmlns:a16="http://schemas.microsoft.com/office/drawing/2014/main" id="{470A9877-CA11-48AB-918A-67129868FF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3613" y="4538663"/>
              <a:ext cx="608012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000" b="0" dirty="0" err="1"/>
                <a:t>clk</a:t>
              </a:r>
              <a:endParaRPr lang="zh-CN" altLang="en-US" sz="2000" b="0" dirty="0"/>
            </a:p>
          </p:txBody>
        </p:sp>
        <p:sp>
          <p:nvSpPr>
            <p:cNvPr id="24580" name="文本框 72">
              <a:extLst>
                <a:ext uri="{FF2B5EF4-FFF2-40B4-BE49-F238E27FC236}">
                  <a16:creationId xmlns:a16="http://schemas.microsoft.com/office/drawing/2014/main" id="{5A64AD91-B8FE-4252-9984-C94D310595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3938" y="4917351"/>
              <a:ext cx="29848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000" b="0" dirty="0"/>
                <a:t>a</a:t>
              </a:r>
              <a:endParaRPr lang="zh-CN" altLang="en-US" sz="2000" b="0" dirty="0"/>
            </a:p>
          </p:txBody>
        </p:sp>
        <p:sp>
          <p:nvSpPr>
            <p:cNvPr id="24581" name="文本框 72">
              <a:extLst>
                <a:ext uri="{FF2B5EF4-FFF2-40B4-BE49-F238E27FC236}">
                  <a16:creationId xmlns:a16="http://schemas.microsoft.com/office/drawing/2014/main" id="{950F9769-5AAD-4826-9F17-6B5D3017B0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3938" y="5337205"/>
              <a:ext cx="27443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 b="0" dirty="0"/>
                <a:t>s</a:t>
              </a:r>
              <a:endParaRPr lang="zh-CN" altLang="en-US" sz="1800" b="0" dirty="0"/>
            </a:p>
          </p:txBody>
        </p:sp>
        <p:sp>
          <p:nvSpPr>
            <p:cNvPr id="24582" name="Line 66">
              <a:extLst>
                <a:ext uri="{FF2B5EF4-FFF2-40B4-BE49-F238E27FC236}">
                  <a16:creationId xmlns:a16="http://schemas.microsoft.com/office/drawing/2014/main" id="{AA5C6127-E763-4A82-B5BE-1D907A45CD1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30363" y="5278438"/>
              <a:ext cx="99218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83" name="Line 42">
              <a:extLst>
                <a:ext uri="{FF2B5EF4-FFF2-40B4-BE49-F238E27FC236}">
                  <a16:creationId xmlns:a16="http://schemas.microsoft.com/office/drawing/2014/main" id="{0A306BD1-1653-4DB5-810A-ADE2CB713A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22550" y="5043488"/>
              <a:ext cx="0" cy="23018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84" name="Line 64">
              <a:extLst>
                <a:ext uri="{FF2B5EF4-FFF2-40B4-BE49-F238E27FC236}">
                  <a16:creationId xmlns:a16="http://schemas.microsoft.com/office/drawing/2014/main" id="{C17EBD72-FA29-441A-9DCC-A8DF1467801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22550" y="5046663"/>
              <a:ext cx="272891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85" name="Line 42">
              <a:extLst>
                <a:ext uri="{FF2B5EF4-FFF2-40B4-BE49-F238E27FC236}">
                  <a16:creationId xmlns:a16="http://schemas.microsoft.com/office/drawing/2014/main" id="{D0D180A5-1080-4413-8E4E-596B1AB7DC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51463" y="5046663"/>
              <a:ext cx="0" cy="23336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86" name="Line 64">
              <a:extLst>
                <a:ext uri="{FF2B5EF4-FFF2-40B4-BE49-F238E27FC236}">
                  <a16:creationId xmlns:a16="http://schemas.microsoft.com/office/drawing/2014/main" id="{1783FBFF-951E-4FF9-80D4-828B5C81762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343525" y="5284788"/>
              <a:ext cx="286543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4587" name="组合 10">
              <a:extLst>
                <a:ext uri="{FF2B5EF4-FFF2-40B4-BE49-F238E27FC236}">
                  <a16:creationId xmlns:a16="http://schemas.microsoft.com/office/drawing/2014/main" id="{D6E3278F-C345-4178-A32D-E87CE88A70B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12950" y="4629150"/>
              <a:ext cx="5408613" cy="1427163"/>
              <a:chOff x="2012950" y="4424519"/>
              <a:chExt cx="5408613" cy="1595588"/>
            </a:xfrm>
          </p:grpSpPr>
          <p:cxnSp>
            <p:nvCxnSpPr>
              <p:cNvPr id="194" name="直接连接符 193">
                <a:extLst>
                  <a:ext uri="{FF2B5EF4-FFF2-40B4-BE49-F238E27FC236}">
                    <a16:creationId xmlns:a16="http://schemas.microsoft.com/office/drawing/2014/main" id="{FC0435B6-8307-459E-B8A7-A2B0D6EBA1F3}"/>
                  </a:ext>
                </a:extLst>
              </p:cNvPr>
              <p:cNvCxnSpPr/>
              <p:nvPr/>
            </p:nvCxnSpPr>
            <p:spPr bwMode="auto">
              <a:xfrm flipH="1" flipV="1">
                <a:off x="2012950" y="4433394"/>
                <a:ext cx="0" cy="1586713"/>
              </a:xfrm>
              <a:prstGeom prst="line">
                <a:avLst/>
              </a:prstGeom>
              <a:ln w="9525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5" name="直接连接符 194">
                <a:extLst>
                  <a:ext uri="{FF2B5EF4-FFF2-40B4-BE49-F238E27FC236}">
                    <a16:creationId xmlns:a16="http://schemas.microsoft.com/office/drawing/2014/main" id="{376680F2-4D9E-4FE0-8FAF-99C803F8BBFB}"/>
                  </a:ext>
                </a:extLst>
              </p:cNvPr>
              <p:cNvCxnSpPr/>
              <p:nvPr/>
            </p:nvCxnSpPr>
            <p:spPr bwMode="auto">
              <a:xfrm flipH="1" flipV="1">
                <a:off x="2782888" y="4426294"/>
                <a:ext cx="0" cy="1584938"/>
              </a:xfrm>
              <a:prstGeom prst="line">
                <a:avLst/>
              </a:prstGeom>
              <a:ln w="9525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6" name="直接连接符 195">
                <a:extLst>
                  <a:ext uri="{FF2B5EF4-FFF2-40B4-BE49-F238E27FC236}">
                    <a16:creationId xmlns:a16="http://schemas.microsoft.com/office/drawing/2014/main" id="{78ED7028-874B-4438-AD69-006580F222CE}"/>
                  </a:ext>
                </a:extLst>
              </p:cNvPr>
              <p:cNvCxnSpPr/>
              <p:nvPr/>
            </p:nvCxnSpPr>
            <p:spPr bwMode="auto">
              <a:xfrm flipH="1" flipV="1">
                <a:off x="3556000" y="4433394"/>
                <a:ext cx="0" cy="1586713"/>
              </a:xfrm>
              <a:prstGeom prst="line">
                <a:avLst/>
              </a:prstGeom>
              <a:ln w="9525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7" name="直接连接符 196">
                <a:extLst>
                  <a:ext uri="{FF2B5EF4-FFF2-40B4-BE49-F238E27FC236}">
                    <a16:creationId xmlns:a16="http://schemas.microsoft.com/office/drawing/2014/main" id="{2EC395D0-F0D0-4589-89A5-1E1AD1BB8D4E}"/>
                  </a:ext>
                </a:extLst>
              </p:cNvPr>
              <p:cNvCxnSpPr/>
              <p:nvPr/>
            </p:nvCxnSpPr>
            <p:spPr bwMode="auto">
              <a:xfrm flipH="1" flipV="1">
                <a:off x="4313238" y="4426294"/>
                <a:ext cx="0" cy="1584938"/>
              </a:xfrm>
              <a:prstGeom prst="line">
                <a:avLst/>
              </a:prstGeom>
              <a:ln w="9525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8" name="直接连接符 197">
                <a:extLst>
                  <a:ext uri="{FF2B5EF4-FFF2-40B4-BE49-F238E27FC236}">
                    <a16:creationId xmlns:a16="http://schemas.microsoft.com/office/drawing/2014/main" id="{69536E63-AAA9-4CEB-809F-F824C24FBF12}"/>
                  </a:ext>
                </a:extLst>
              </p:cNvPr>
              <p:cNvCxnSpPr/>
              <p:nvPr/>
            </p:nvCxnSpPr>
            <p:spPr bwMode="auto">
              <a:xfrm flipH="1" flipV="1">
                <a:off x="5095875" y="4433394"/>
                <a:ext cx="0" cy="1584938"/>
              </a:xfrm>
              <a:prstGeom prst="line">
                <a:avLst/>
              </a:prstGeom>
              <a:ln w="9525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9" name="直接连接符 198">
                <a:extLst>
                  <a:ext uri="{FF2B5EF4-FFF2-40B4-BE49-F238E27FC236}">
                    <a16:creationId xmlns:a16="http://schemas.microsoft.com/office/drawing/2014/main" id="{E16B29BD-807F-4EE2-8835-F20EF0559CA6}"/>
                  </a:ext>
                </a:extLst>
              </p:cNvPr>
              <p:cNvCxnSpPr/>
              <p:nvPr/>
            </p:nvCxnSpPr>
            <p:spPr bwMode="auto">
              <a:xfrm flipH="1" flipV="1">
                <a:off x="5851525" y="4424519"/>
                <a:ext cx="0" cy="1586713"/>
              </a:xfrm>
              <a:prstGeom prst="line">
                <a:avLst/>
              </a:prstGeom>
              <a:ln w="9525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0" name="直接连接符 199">
                <a:extLst>
                  <a:ext uri="{FF2B5EF4-FFF2-40B4-BE49-F238E27FC236}">
                    <a16:creationId xmlns:a16="http://schemas.microsoft.com/office/drawing/2014/main" id="{0C32CAF3-3783-4F64-A422-915A8F991EB8}"/>
                  </a:ext>
                </a:extLst>
              </p:cNvPr>
              <p:cNvCxnSpPr/>
              <p:nvPr/>
            </p:nvCxnSpPr>
            <p:spPr bwMode="auto">
              <a:xfrm flipH="1" flipV="1">
                <a:off x="6650038" y="4433394"/>
                <a:ext cx="0" cy="1584938"/>
              </a:xfrm>
              <a:prstGeom prst="line">
                <a:avLst/>
              </a:prstGeom>
              <a:ln w="9525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7" name="直接连接符 286">
                <a:extLst>
                  <a:ext uri="{FF2B5EF4-FFF2-40B4-BE49-F238E27FC236}">
                    <a16:creationId xmlns:a16="http://schemas.microsoft.com/office/drawing/2014/main" id="{8A2E0859-603A-4FCE-83E4-7E3813C7381C}"/>
                  </a:ext>
                </a:extLst>
              </p:cNvPr>
              <p:cNvCxnSpPr/>
              <p:nvPr/>
            </p:nvCxnSpPr>
            <p:spPr bwMode="auto">
              <a:xfrm flipV="1">
                <a:off x="7421563" y="4433394"/>
                <a:ext cx="0" cy="1584938"/>
              </a:xfrm>
              <a:prstGeom prst="line">
                <a:avLst/>
              </a:prstGeom>
              <a:ln w="9525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4588" name="Line 23">
              <a:extLst>
                <a:ext uri="{FF2B5EF4-FFF2-40B4-BE49-F238E27FC236}">
                  <a16:creationId xmlns:a16="http://schemas.microsoft.com/office/drawing/2014/main" id="{D17996DB-DDE1-4954-8B1F-3D06D52AB8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5225" y="4876800"/>
              <a:ext cx="40481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89" name="Line 24">
              <a:extLst>
                <a:ext uri="{FF2B5EF4-FFF2-40B4-BE49-F238E27FC236}">
                  <a16:creationId xmlns:a16="http://schemas.microsoft.com/office/drawing/2014/main" id="{8AAD499E-C405-4601-8866-7FC415B3A4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650038" y="4637088"/>
              <a:ext cx="38576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90" name="Line 25">
              <a:extLst>
                <a:ext uri="{FF2B5EF4-FFF2-40B4-BE49-F238E27FC236}">
                  <a16:creationId xmlns:a16="http://schemas.microsoft.com/office/drawing/2014/main" id="{0381CFAC-FAF1-4BBC-8E84-5FF146AA2B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35800" y="4876800"/>
              <a:ext cx="38735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91" name="Line 41">
              <a:extLst>
                <a:ext uri="{FF2B5EF4-FFF2-40B4-BE49-F238E27FC236}">
                  <a16:creationId xmlns:a16="http://schemas.microsoft.com/office/drawing/2014/main" id="{7C6193E9-69B1-4F4C-A6CB-82BD069FB8C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650038" y="4637088"/>
              <a:ext cx="0" cy="23971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92" name="Line 42">
              <a:extLst>
                <a:ext uri="{FF2B5EF4-FFF2-40B4-BE49-F238E27FC236}">
                  <a16:creationId xmlns:a16="http://schemas.microsoft.com/office/drawing/2014/main" id="{ED1FD6A6-415D-4DDA-9DBA-ABE2D0F1F5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35800" y="4637088"/>
              <a:ext cx="0" cy="23971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93" name="Line 24">
              <a:extLst>
                <a:ext uri="{FF2B5EF4-FFF2-40B4-BE49-F238E27FC236}">
                  <a16:creationId xmlns:a16="http://schemas.microsoft.com/office/drawing/2014/main" id="{63207ECE-19CA-4013-91FE-9E668E49D8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2950" y="4637088"/>
              <a:ext cx="38576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94" name="Line 25">
              <a:extLst>
                <a:ext uri="{FF2B5EF4-FFF2-40B4-BE49-F238E27FC236}">
                  <a16:creationId xmlns:a16="http://schemas.microsoft.com/office/drawing/2014/main" id="{3FEE1CF5-2802-468A-9097-E29667C48F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98713" y="4876800"/>
              <a:ext cx="38576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95" name="Line 26">
              <a:extLst>
                <a:ext uri="{FF2B5EF4-FFF2-40B4-BE49-F238E27FC236}">
                  <a16:creationId xmlns:a16="http://schemas.microsoft.com/office/drawing/2014/main" id="{6EDA3171-FA0E-403F-94D3-8816B20551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4475" y="4637088"/>
              <a:ext cx="38735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96" name="Line 27">
              <a:extLst>
                <a:ext uri="{FF2B5EF4-FFF2-40B4-BE49-F238E27FC236}">
                  <a16:creationId xmlns:a16="http://schemas.microsoft.com/office/drawing/2014/main" id="{B379A531-473A-4003-8AD4-A02A1C0ED8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1825" y="4876800"/>
              <a:ext cx="38576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97" name="Line 28">
              <a:extLst>
                <a:ext uri="{FF2B5EF4-FFF2-40B4-BE49-F238E27FC236}">
                  <a16:creationId xmlns:a16="http://schemas.microsoft.com/office/drawing/2014/main" id="{DB92C33B-40A1-42FF-9F03-7B15E1200E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7588" y="4637088"/>
              <a:ext cx="38735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98" name="Line 29">
              <a:extLst>
                <a:ext uri="{FF2B5EF4-FFF2-40B4-BE49-F238E27FC236}">
                  <a16:creationId xmlns:a16="http://schemas.microsoft.com/office/drawing/2014/main" id="{5C5B62D6-23B9-4D42-8CE9-22509B0E24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44938" y="4876800"/>
              <a:ext cx="38576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99" name="Line 30">
              <a:extLst>
                <a:ext uri="{FF2B5EF4-FFF2-40B4-BE49-F238E27FC236}">
                  <a16:creationId xmlns:a16="http://schemas.microsoft.com/office/drawing/2014/main" id="{5FAA7C70-6E8D-496C-B211-F52FA8A4E6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14825" y="4637088"/>
              <a:ext cx="38735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00" name="Line 31">
              <a:extLst>
                <a:ext uri="{FF2B5EF4-FFF2-40B4-BE49-F238E27FC236}">
                  <a16:creationId xmlns:a16="http://schemas.microsoft.com/office/drawing/2014/main" id="{8AE2BC1C-F327-4098-B01B-5ED7B72407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2175" y="4876800"/>
              <a:ext cx="38576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01" name="Line 32">
              <a:extLst>
                <a:ext uri="{FF2B5EF4-FFF2-40B4-BE49-F238E27FC236}">
                  <a16:creationId xmlns:a16="http://schemas.microsoft.com/office/drawing/2014/main" id="{99E54838-E510-4603-B171-6A5D7D21A2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87938" y="4637088"/>
              <a:ext cx="38576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02" name="Line 34">
              <a:extLst>
                <a:ext uri="{FF2B5EF4-FFF2-40B4-BE49-F238E27FC236}">
                  <a16:creationId xmlns:a16="http://schemas.microsoft.com/office/drawing/2014/main" id="{61252016-3E20-48F2-8B75-81AFB85A54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61050" y="4637088"/>
              <a:ext cx="38576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03" name="Line 35">
              <a:extLst>
                <a:ext uri="{FF2B5EF4-FFF2-40B4-BE49-F238E27FC236}">
                  <a16:creationId xmlns:a16="http://schemas.microsoft.com/office/drawing/2014/main" id="{6E9CAEC5-3389-40CC-BAC5-E99C7BA014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73700" y="4876800"/>
              <a:ext cx="38735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04" name="Line 42">
              <a:extLst>
                <a:ext uri="{FF2B5EF4-FFF2-40B4-BE49-F238E27FC236}">
                  <a16:creationId xmlns:a16="http://schemas.microsoft.com/office/drawing/2014/main" id="{DC8B0F1B-3D6F-4F4D-98FF-35FCA691EA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98713" y="4637088"/>
              <a:ext cx="0" cy="23971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05" name="Line 43">
              <a:extLst>
                <a:ext uri="{FF2B5EF4-FFF2-40B4-BE49-F238E27FC236}">
                  <a16:creationId xmlns:a16="http://schemas.microsoft.com/office/drawing/2014/main" id="{7A719D8D-A77B-4318-8CAE-97238B3F62E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84475" y="4637088"/>
              <a:ext cx="0" cy="23971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06" name="Line 44">
              <a:extLst>
                <a:ext uri="{FF2B5EF4-FFF2-40B4-BE49-F238E27FC236}">
                  <a16:creationId xmlns:a16="http://schemas.microsoft.com/office/drawing/2014/main" id="{24C197DB-331E-4452-BABB-12CF5CFADD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1825" y="4637088"/>
              <a:ext cx="0" cy="23971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07" name="Line 45">
              <a:extLst>
                <a:ext uri="{FF2B5EF4-FFF2-40B4-BE49-F238E27FC236}">
                  <a16:creationId xmlns:a16="http://schemas.microsoft.com/office/drawing/2014/main" id="{B282F2BD-2D11-4F1D-B8C5-0B60679288F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57588" y="4637088"/>
              <a:ext cx="0" cy="23971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08" name="Line 46">
              <a:extLst>
                <a:ext uri="{FF2B5EF4-FFF2-40B4-BE49-F238E27FC236}">
                  <a16:creationId xmlns:a16="http://schemas.microsoft.com/office/drawing/2014/main" id="{28E73BD6-8CF1-4906-8125-66F02E44EB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44938" y="4637088"/>
              <a:ext cx="0" cy="23971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09" name="Line 47">
              <a:extLst>
                <a:ext uri="{FF2B5EF4-FFF2-40B4-BE49-F238E27FC236}">
                  <a16:creationId xmlns:a16="http://schemas.microsoft.com/office/drawing/2014/main" id="{5C5A93AE-D529-4887-AC09-245E073C94B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22763" y="4637088"/>
              <a:ext cx="0" cy="23971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10" name="Line 48">
              <a:extLst>
                <a:ext uri="{FF2B5EF4-FFF2-40B4-BE49-F238E27FC236}">
                  <a16:creationId xmlns:a16="http://schemas.microsoft.com/office/drawing/2014/main" id="{04EC8827-0B4E-4EE1-996C-921AA6A9AE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2175" y="4637088"/>
              <a:ext cx="0" cy="23971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11" name="Line 49">
              <a:extLst>
                <a:ext uri="{FF2B5EF4-FFF2-40B4-BE49-F238E27FC236}">
                  <a16:creationId xmlns:a16="http://schemas.microsoft.com/office/drawing/2014/main" id="{F9F7AC1D-0514-4402-8D46-96DB987B340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095875" y="4637088"/>
              <a:ext cx="0" cy="23971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12" name="Line 50">
              <a:extLst>
                <a:ext uri="{FF2B5EF4-FFF2-40B4-BE49-F238E27FC236}">
                  <a16:creationId xmlns:a16="http://schemas.microsoft.com/office/drawing/2014/main" id="{9FF03206-3F7A-456A-A266-BB25225BC6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73700" y="4637088"/>
              <a:ext cx="0" cy="23971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13" name="Line 51">
              <a:extLst>
                <a:ext uri="{FF2B5EF4-FFF2-40B4-BE49-F238E27FC236}">
                  <a16:creationId xmlns:a16="http://schemas.microsoft.com/office/drawing/2014/main" id="{F38CD6C1-AE6D-4ED9-877A-00885419E78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861050" y="4637088"/>
              <a:ext cx="0" cy="23971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14" name="Line 52">
              <a:extLst>
                <a:ext uri="{FF2B5EF4-FFF2-40B4-BE49-F238E27FC236}">
                  <a16:creationId xmlns:a16="http://schemas.microsoft.com/office/drawing/2014/main" id="{349D38FD-31F1-4F0D-A40F-C3005E51A9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5225" y="4637088"/>
              <a:ext cx="0" cy="23971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15" name="Line 25">
              <a:extLst>
                <a:ext uri="{FF2B5EF4-FFF2-40B4-BE49-F238E27FC236}">
                  <a16:creationId xmlns:a16="http://schemas.microsoft.com/office/drawing/2014/main" id="{F0BA7B04-A2A6-487C-98BC-54307F8DA8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43063" y="4876800"/>
              <a:ext cx="36988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616" name="Line 43">
              <a:extLst>
                <a:ext uri="{FF2B5EF4-FFF2-40B4-BE49-F238E27FC236}">
                  <a16:creationId xmlns:a16="http://schemas.microsoft.com/office/drawing/2014/main" id="{EDE2E1A5-8C73-4DD4-90C6-6CBE2AE8577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16125" y="4637088"/>
              <a:ext cx="0" cy="23971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617" name="Line 24">
              <a:extLst>
                <a:ext uri="{FF2B5EF4-FFF2-40B4-BE49-F238E27FC236}">
                  <a16:creationId xmlns:a16="http://schemas.microsoft.com/office/drawing/2014/main" id="{2006EB66-0382-4B3A-9D4A-45AA94E16A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18388" y="4641850"/>
              <a:ext cx="38735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18" name="Line 25">
              <a:extLst>
                <a:ext uri="{FF2B5EF4-FFF2-40B4-BE49-F238E27FC236}">
                  <a16:creationId xmlns:a16="http://schemas.microsoft.com/office/drawing/2014/main" id="{5D91E3CC-7E12-41B8-B592-B9F0EEB2D3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05738" y="4881563"/>
              <a:ext cx="38576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19" name="Line 42">
              <a:extLst>
                <a:ext uri="{FF2B5EF4-FFF2-40B4-BE49-F238E27FC236}">
                  <a16:creationId xmlns:a16="http://schemas.microsoft.com/office/drawing/2014/main" id="{75BC7A21-F035-4BE1-A1FC-5C622CE356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05738" y="4641850"/>
              <a:ext cx="0" cy="23971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20" name="Line 43">
              <a:extLst>
                <a:ext uri="{FF2B5EF4-FFF2-40B4-BE49-F238E27FC236}">
                  <a16:creationId xmlns:a16="http://schemas.microsoft.com/office/drawing/2014/main" id="{8381362D-566E-4B73-898A-509553D2950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421563" y="4641850"/>
              <a:ext cx="0" cy="23971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21" name="Line 66">
              <a:extLst>
                <a:ext uri="{FF2B5EF4-FFF2-40B4-BE49-F238E27FC236}">
                  <a16:creationId xmlns:a16="http://schemas.microsoft.com/office/drawing/2014/main" id="{1FDEBB9E-7B32-41EB-B0FA-B88BD30D886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25600" y="5668963"/>
              <a:ext cx="19319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22" name="Line 64">
              <a:extLst>
                <a:ext uri="{FF2B5EF4-FFF2-40B4-BE49-F238E27FC236}">
                  <a16:creationId xmlns:a16="http://schemas.microsoft.com/office/drawing/2014/main" id="{B445C78B-61B6-4ABB-9C0F-CC1081DB2ED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57588" y="5434013"/>
              <a:ext cx="310356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23" name="Line 42">
              <a:extLst>
                <a:ext uri="{FF2B5EF4-FFF2-40B4-BE49-F238E27FC236}">
                  <a16:creationId xmlns:a16="http://schemas.microsoft.com/office/drawing/2014/main" id="{526FC0D7-F2DF-4CE1-831C-462D54812C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650038" y="5429250"/>
              <a:ext cx="0" cy="2428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24" name="Line 64">
              <a:extLst>
                <a:ext uri="{FF2B5EF4-FFF2-40B4-BE49-F238E27FC236}">
                  <a16:creationId xmlns:a16="http://schemas.microsoft.com/office/drawing/2014/main" id="{11F1439E-A537-4613-911E-A721D3CB4EB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650038" y="5665788"/>
              <a:ext cx="155892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25" name="Line 42">
              <a:extLst>
                <a:ext uri="{FF2B5EF4-FFF2-40B4-BE49-F238E27FC236}">
                  <a16:creationId xmlns:a16="http://schemas.microsoft.com/office/drawing/2014/main" id="{9A937141-BE45-44F9-AF96-3B1CB5CEBE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7588" y="5443538"/>
              <a:ext cx="0" cy="2286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4626" name="组合 2">
              <a:extLst>
                <a:ext uri="{FF2B5EF4-FFF2-40B4-BE49-F238E27FC236}">
                  <a16:creationId xmlns:a16="http://schemas.microsoft.com/office/drawing/2014/main" id="{7C4C380B-7370-4C3B-99EE-07ABBE2B8D4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23938" y="5694472"/>
              <a:ext cx="7185025" cy="369332"/>
              <a:chOff x="1023938" y="5654563"/>
              <a:chExt cx="7185025" cy="379510"/>
            </a:xfrm>
          </p:grpSpPr>
          <p:sp>
            <p:nvSpPr>
              <p:cNvPr id="24670" name="Line 66">
                <a:extLst>
                  <a:ext uri="{FF2B5EF4-FFF2-40B4-BE49-F238E27FC236}">
                    <a16:creationId xmlns:a16="http://schemas.microsoft.com/office/drawing/2014/main" id="{39FA768D-BB88-4520-8707-4E2811AF988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625600" y="6028771"/>
                <a:ext cx="193152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4671" name="Line 64">
                <a:extLst>
                  <a:ext uri="{FF2B5EF4-FFF2-40B4-BE49-F238E27FC236}">
                    <a16:creationId xmlns:a16="http://schemas.microsoft.com/office/drawing/2014/main" id="{D16B3458-179B-4E23-88D6-99E727E63D2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559139" y="5789791"/>
                <a:ext cx="74142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4672" name="Line 42">
                <a:extLst>
                  <a:ext uri="{FF2B5EF4-FFF2-40B4-BE49-F238E27FC236}">
                    <a16:creationId xmlns:a16="http://schemas.microsoft.com/office/drawing/2014/main" id="{3720AEE2-555E-423F-A1EE-A08A02CF9B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14965" y="5785250"/>
                <a:ext cx="0" cy="24765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4673" name="Line 64">
                <a:extLst>
                  <a:ext uri="{FF2B5EF4-FFF2-40B4-BE49-F238E27FC236}">
                    <a16:creationId xmlns:a16="http://schemas.microsoft.com/office/drawing/2014/main" id="{55404DBD-CC58-41D3-A5DE-D007156EE27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300567" y="6026460"/>
                <a:ext cx="390839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4674" name="Line 42">
                <a:extLst>
                  <a:ext uri="{FF2B5EF4-FFF2-40B4-BE49-F238E27FC236}">
                    <a16:creationId xmlns:a16="http://schemas.microsoft.com/office/drawing/2014/main" id="{7E33A495-4CF7-4E77-8D48-752D50DA180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7122" y="5799062"/>
                <a:ext cx="0" cy="23383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4675" name="文本框 72">
                <a:extLst>
                  <a:ext uri="{FF2B5EF4-FFF2-40B4-BE49-F238E27FC236}">
                    <a16:creationId xmlns:a16="http://schemas.microsoft.com/office/drawing/2014/main" id="{ED76818E-A55F-49EB-AFA5-02E67254598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23938" y="5654563"/>
                <a:ext cx="300082" cy="3795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1800" b="0"/>
                  <a:t>p</a:t>
                </a:r>
                <a:endParaRPr lang="zh-CN" altLang="en-US" sz="1800" b="0"/>
              </a:p>
            </p:txBody>
          </p:sp>
        </p:grpSp>
      </p:grpSp>
      <p:grpSp>
        <p:nvGrpSpPr>
          <p:cNvPr id="24627" name="组合 9">
            <a:extLst>
              <a:ext uri="{FF2B5EF4-FFF2-40B4-BE49-F238E27FC236}">
                <a16:creationId xmlns:a16="http://schemas.microsoft.com/office/drawing/2014/main" id="{F7F58A7B-A945-45C5-BFE3-99039D91A679}"/>
              </a:ext>
            </a:extLst>
          </p:cNvPr>
          <p:cNvGrpSpPr>
            <a:grpSpLocks/>
          </p:cNvGrpSpPr>
          <p:nvPr/>
        </p:nvGrpSpPr>
        <p:grpSpPr bwMode="auto">
          <a:xfrm>
            <a:off x="3535362" y="2672916"/>
            <a:ext cx="5037137" cy="1486268"/>
            <a:chOff x="3327400" y="2350294"/>
            <a:chExt cx="5037435" cy="1656172"/>
          </a:xfrm>
        </p:grpSpPr>
        <p:sp>
          <p:nvSpPr>
            <p:cNvPr id="24641" name="矩形 1">
              <a:extLst>
                <a:ext uri="{FF2B5EF4-FFF2-40B4-BE49-F238E27FC236}">
                  <a16:creationId xmlns:a16="http://schemas.microsoft.com/office/drawing/2014/main" id="{93CB8518-165A-43B8-AA8B-E4636BE701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46538" y="2524919"/>
              <a:ext cx="319087" cy="776287"/>
            </a:xfrm>
            <a:prstGeom prst="rect">
              <a:avLst/>
            </a:prstGeom>
            <a:noFill/>
            <a:ln w="2857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defTabSz="457200"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 defTabSz="45720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 defTabSz="4572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 defTabSz="4572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 defTabSz="4572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0">
                <a:solidFill>
                  <a:srgbClr val="000000"/>
                </a:solidFill>
                <a:ea typeface="等线" panose="02010600030101010101" pitchFamily="2" charset="-122"/>
              </a:endParaRPr>
            </a:p>
          </p:txBody>
        </p:sp>
        <p:cxnSp>
          <p:nvCxnSpPr>
            <p:cNvPr id="98" name="直接连接符 97">
              <a:extLst>
                <a:ext uri="{FF2B5EF4-FFF2-40B4-BE49-F238E27FC236}">
                  <a16:creationId xmlns:a16="http://schemas.microsoft.com/office/drawing/2014/main" id="{C12ADDCD-327F-4466-BB05-8CAF02C34550}"/>
                </a:ext>
              </a:extLst>
            </p:cNvPr>
            <p:cNvCxnSpPr/>
            <p:nvPr/>
          </p:nvCxnSpPr>
          <p:spPr bwMode="auto">
            <a:xfrm>
              <a:off x="3708423" y="2916366"/>
              <a:ext cx="338157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643" name="TextBox 34">
              <a:extLst>
                <a:ext uri="{FF2B5EF4-FFF2-40B4-BE49-F238E27FC236}">
                  <a16:creationId xmlns:a16="http://schemas.microsoft.com/office/drawing/2014/main" id="{9B0A21CC-B775-44C5-83C4-3EECE8437A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27400" y="2740819"/>
              <a:ext cx="369888" cy="3063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 defTabSz="457200"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 defTabSz="45720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 defTabSz="4572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 defTabSz="4572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 defTabSz="4572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800" b="0" dirty="0">
                  <a:solidFill>
                    <a:srgbClr val="000000"/>
                  </a:solidFill>
                  <a:ea typeface="等线" panose="02010600030101010101" pitchFamily="2" charset="-122"/>
                </a:rPr>
                <a:t>a</a:t>
              </a:r>
              <a:endParaRPr lang="zh-CN" altLang="en-US" sz="1800" b="0" dirty="0">
                <a:solidFill>
                  <a:srgbClr val="000000"/>
                </a:solidFill>
                <a:ea typeface="等线" panose="02010600030101010101" pitchFamily="2" charset="-122"/>
              </a:endParaRPr>
            </a:p>
          </p:txBody>
        </p:sp>
        <p:cxnSp>
          <p:nvCxnSpPr>
            <p:cNvPr id="100" name="直接连接符 99">
              <a:extLst>
                <a:ext uri="{FF2B5EF4-FFF2-40B4-BE49-F238E27FC236}">
                  <a16:creationId xmlns:a16="http://schemas.microsoft.com/office/drawing/2014/main" id="{654BAD21-F461-467B-AB48-EDFD0399613D}"/>
                </a:ext>
              </a:extLst>
            </p:cNvPr>
            <p:cNvCxnSpPr>
              <a:cxnSpLocks/>
              <a:endCxn id="24647" idx="1"/>
            </p:cNvCxnSpPr>
            <p:nvPr/>
          </p:nvCxnSpPr>
          <p:spPr bwMode="auto">
            <a:xfrm flipV="1">
              <a:off x="4359336" y="2907506"/>
              <a:ext cx="368239" cy="355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645" name="TextBox 34">
              <a:extLst>
                <a:ext uri="{FF2B5EF4-FFF2-40B4-BE49-F238E27FC236}">
                  <a16:creationId xmlns:a16="http://schemas.microsoft.com/office/drawing/2014/main" id="{897C0309-89A9-47AE-B61B-D0BDC9170C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03825" y="2964656"/>
              <a:ext cx="371475" cy="307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 defTabSz="457200"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 defTabSz="45720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 defTabSz="4572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 defTabSz="4572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 defTabSz="4572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800" b="0" dirty="0">
                  <a:solidFill>
                    <a:srgbClr val="000000"/>
                  </a:solidFill>
                  <a:ea typeface="等线" panose="02010600030101010101" pitchFamily="2" charset="-122"/>
                </a:rPr>
                <a:t>s</a:t>
              </a:r>
              <a:endParaRPr lang="zh-CN" altLang="en-US" sz="1800" b="0" dirty="0">
                <a:solidFill>
                  <a:srgbClr val="000000"/>
                </a:solidFill>
                <a:ea typeface="等线" panose="02010600030101010101" pitchFamily="2" charset="-122"/>
              </a:endParaRPr>
            </a:p>
          </p:txBody>
        </p:sp>
        <p:sp>
          <p:nvSpPr>
            <p:cNvPr id="24646" name="文本框 27">
              <a:extLst>
                <a:ext uri="{FF2B5EF4-FFF2-40B4-BE49-F238E27FC236}">
                  <a16:creationId xmlns:a16="http://schemas.microsoft.com/office/drawing/2014/main" id="{20608AE1-B3F5-4DC0-8CCB-2C4828602C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0800000">
              <a:off x="4036039" y="3156091"/>
              <a:ext cx="307795" cy="1607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 wrap="none" lIns="0" tIns="0" rIns="0" bIns="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0"/>
                <a:t>&gt;</a:t>
              </a:r>
            </a:p>
          </p:txBody>
        </p:sp>
        <p:sp>
          <p:nvSpPr>
            <p:cNvPr id="24647" name="矩形 1">
              <a:extLst>
                <a:ext uri="{FF2B5EF4-FFF2-40B4-BE49-F238E27FC236}">
                  <a16:creationId xmlns:a16="http://schemas.microsoft.com/office/drawing/2014/main" id="{E37E773E-D8F9-488B-A58C-FA51BF7E81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27575" y="2520156"/>
              <a:ext cx="317500" cy="774700"/>
            </a:xfrm>
            <a:prstGeom prst="rect">
              <a:avLst/>
            </a:prstGeom>
            <a:noFill/>
            <a:ln w="2857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defTabSz="457200"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 defTabSz="45720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 defTabSz="4572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 defTabSz="4572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 defTabSz="4572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0">
                <a:solidFill>
                  <a:srgbClr val="000000"/>
                </a:solidFill>
                <a:ea typeface="等线" panose="02010600030101010101" pitchFamily="2" charset="-122"/>
              </a:endParaRPr>
            </a:p>
          </p:txBody>
        </p:sp>
        <p:cxnSp>
          <p:nvCxnSpPr>
            <p:cNvPr id="127" name="直接连接符 126">
              <a:extLst>
                <a:ext uri="{FF2B5EF4-FFF2-40B4-BE49-F238E27FC236}">
                  <a16:creationId xmlns:a16="http://schemas.microsoft.com/office/drawing/2014/main" id="{499A873B-AAFA-4C99-BF35-06B4873EA988}"/>
                </a:ext>
              </a:extLst>
            </p:cNvPr>
            <p:cNvCxnSpPr/>
            <p:nvPr/>
          </p:nvCxnSpPr>
          <p:spPr bwMode="auto">
            <a:xfrm>
              <a:off x="5034063" y="2916366"/>
              <a:ext cx="706480" cy="176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649" name="文本框 154">
              <a:extLst>
                <a:ext uri="{FF2B5EF4-FFF2-40B4-BE49-F238E27FC236}">
                  <a16:creationId xmlns:a16="http://schemas.microsoft.com/office/drawing/2014/main" id="{1DCBD6B0-AFC7-4C4C-9F75-5C542C6F97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0800000">
              <a:off x="4721839" y="3156091"/>
              <a:ext cx="307795" cy="1607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 wrap="none" lIns="0" tIns="0" rIns="0" bIns="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0" dirty="0"/>
                <a:t>&gt;</a:t>
              </a:r>
            </a:p>
          </p:txBody>
        </p:sp>
        <p:grpSp>
          <p:nvGrpSpPr>
            <p:cNvPr id="24650" name="组合 3">
              <a:extLst>
                <a:ext uri="{FF2B5EF4-FFF2-40B4-BE49-F238E27FC236}">
                  <a16:creationId xmlns:a16="http://schemas.microsoft.com/office/drawing/2014/main" id="{AF11C6F0-8886-4CF3-99ED-3B904FC4035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18887" y="3404391"/>
              <a:ext cx="1596685" cy="602075"/>
              <a:chOff x="2041761" y="5481228"/>
              <a:chExt cx="1595998" cy="601718"/>
            </a:xfrm>
          </p:grpSpPr>
          <p:sp>
            <p:nvSpPr>
              <p:cNvPr id="24668" name="右大括号 37">
                <a:extLst>
                  <a:ext uri="{FF2B5EF4-FFF2-40B4-BE49-F238E27FC236}">
                    <a16:creationId xmlns:a16="http://schemas.microsoft.com/office/drawing/2014/main" id="{C5C8AC93-85C5-4F42-BDE9-8A255FA34D59}"/>
                  </a:ext>
                </a:extLst>
              </p:cNvPr>
              <p:cNvSpPr>
                <a:spLocks/>
              </p:cNvSpPr>
              <p:nvPr/>
            </p:nvSpPr>
            <p:spPr bwMode="auto">
              <a:xfrm rot="5400000">
                <a:off x="2745250" y="4996519"/>
                <a:ext cx="241389" cy="1210807"/>
              </a:xfrm>
              <a:prstGeom prst="rightBrace">
                <a:avLst>
                  <a:gd name="adj1" fmla="val 31652"/>
                  <a:gd name="adj2" fmla="val 51343"/>
                </a:avLst>
              </a:prstGeom>
              <a:noFill/>
              <a:ln w="19050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 b="0"/>
              </a:p>
            </p:txBody>
          </p:sp>
          <p:sp>
            <p:nvSpPr>
              <p:cNvPr id="24669" name="文本框 38">
                <a:extLst>
                  <a:ext uri="{FF2B5EF4-FFF2-40B4-BE49-F238E27FC236}">
                    <a16:creationId xmlns:a16="http://schemas.microsoft.com/office/drawing/2014/main" id="{0EBD7CE2-4FBE-4C24-B0BB-3B28482C08A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41761" y="5774465"/>
                <a:ext cx="1595998" cy="30848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zh-CN" altLang="en-US" sz="1800" b="0"/>
                  <a:t>两级同步 </a:t>
                </a:r>
                <a:r>
                  <a:rPr lang="en-US" altLang="zh-CN" sz="1800" b="0"/>
                  <a:t>(SYN)</a:t>
                </a:r>
                <a:endParaRPr lang="zh-CN" altLang="en-US" sz="1800" b="0"/>
              </a:p>
            </p:txBody>
          </p:sp>
        </p:grpSp>
        <p:grpSp>
          <p:nvGrpSpPr>
            <p:cNvPr id="24651" name="组合 1">
              <a:extLst>
                <a:ext uri="{FF2B5EF4-FFF2-40B4-BE49-F238E27FC236}">
                  <a16:creationId xmlns:a16="http://schemas.microsoft.com/office/drawing/2014/main" id="{9E5A1A26-C623-45D0-BA44-7BC04D73B97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394325" y="2350294"/>
              <a:ext cx="2970510" cy="1656083"/>
              <a:chOff x="5393837" y="1814845"/>
              <a:chExt cx="2970510" cy="1656084"/>
            </a:xfrm>
          </p:grpSpPr>
          <p:cxnSp>
            <p:nvCxnSpPr>
              <p:cNvPr id="24652" name="直接连接符 164">
                <a:extLst>
                  <a:ext uri="{FF2B5EF4-FFF2-40B4-BE49-F238E27FC236}">
                    <a16:creationId xmlns:a16="http://schemas.microsoft.com/office/drawing/2014/main" id="{7FAFF5DC-7E4D-4D17-811F-6C6AFB834965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7687774" y="2276808"/>
                <a:ext cx="349250" cy="6350"/>
              </a:xfrm>
              <a:prstGeom prst="line">
                <a:avLst/>
              </a:prstGeom>
              <a:noFill/>
              <a:ln w="19050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4653" name="直接连接符 13">
                <a:extLst>
                  <a:ext uri="{FF2B5EF4-FFF2-40B4-BE49-F238E27FC236}">
                    <a16:creationId xmlns:a16="http://schemas.microsoft.com/office/drawing/2014/main" id="{D83EEBC7-A25C-4006-8CED-2BC17FAB5F77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5393837" y="1814845"/>
                <a:ext cx="0" cy="566738"/>
              </a:xfrm>
              <a:prstGeom prst="line">
                <a:avLst/>
              </a:prstGeom>
              <a:noFill/>
              <a:ln w="19050" algn="ctr">
                <a:solidFill>
                  <a:schemeClr val="tx1"/>
                </a:solidFill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4654" name="直接连接符 15">
                <a:extLst>
                  <a:ext uri="{FF2B5EF4-FFF2-40B4-BE49-F238E27FC236}">
                    <a16:creationId xmlns:a16="http://schemas.microsoft.com/office/drawing/2014/main" id="{548E1314-99DF-4BE8-BD19-9045BD309FFB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5393837" y="1814845"/>
                <a:ext cx="1539875" cy="0"/>
              </a:xfrm>
              <a:prstGeom prst="line">
                <a:avLst/>
              </a:prstGeom>
              <a:noFill/>
              <a:ln w="19050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4655" name="直接连接符 138">
                <a:extLst>
                  <a:ext uri="{FF2B5EF4-FFF2-40B4-BE49-F238E27FC236}">
                    <a16:creationId xmlns:a16="http://schemas.microsoft.com/office/drawing/2014/main" id="{03EC1161-189E-440A-BEF4-FEFB76E280BE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6933712" y="1814845"/>
                <a:ext cx="0" cy="361950"/>
              </a:xfrm>
              <a:prstGeom prst="line">
                <a:avLst/>
              </a:prstGeom>
              <a:noFill/>
              <a:ln w="19050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4656" name="直接连接符 144">
                <a:extLst>
                  <a:ext uri="{FF2B5EF4-FFF2-40B4-BE49-F238E27FC236}">
                    <a16:creationId xmlns:a16="http://schemas.microsoft.com/office/drawing/2014/main" id="{0C6D0403-96B6-457A-8071-4CF7313289C1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6933712" y="2176795"/>
                <a:ext cx="349250" cy="7938"/>
              </a:xfrm>
              <a:prstGeom prst="line">
                <a:avLst/>
              </a:prstGeom>
              <a:noFill/>
              <a:ln w="19050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24657" name="TextBox 34">
                <a:extLst>
                  <a:ext uri="{FF2B5EF4-FFF2-40B4-BE49-F238E27FC236}">
                    <a16:creationId xmlns:a16="http://schemas.microsoft.com/office/drawing/2014/main" id="{2D40EF96-B005-4643-AA46-EA0563077BF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993957" y="2074836"/>
                <a:ext cx="370390" cy="3075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/>
              <a:lstStyle>
                <a:lvl1pPr defTabSz="457200">
                  <a:spcBef>
                    <a:spcPct val="20000"/>
                  </a:spcBef>
                  <a:buChar char="•"/>
                  <a:defRPr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1pPr>
                <a:lvl2pPr marL="742950" indent="-285750" defTabSz="45720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2pPr>
                <a:lvl3pPr marL="1143000" indent="-228600" defTabSz="4572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3pPr>
                <a:lvl4pPr marL="1600200" indent="-228600" defTabSz="4572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4pPr>
                <a:lvl5pPr marL="2057400" indent="-228600" defTabSz="4572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5pPr>
                <a:lvl6pPr marL="25146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6pPr>
                <a:lvl7pPr marL="29718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7pPr>
                <a:lvl8pPr marL="34290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8pPr>
                <a:lvl9pPr marL="38862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800" b="0" dirty="0">
                    <a:solidFill>
                      <a:srgbClr val="000000"/>
                    </a:solidFill>
                    <a:ea typeface="等线" panose="02010600030101010101" pitchFamily="2" charset="-122"/>
                  </a:rPr>
                  <a:t>p</a:t>
                </a:r>
                <a:endParaRPr lang="zh-CN" altLang="en-US" sz="1800" b="0" dirty="0">
                  <a:solidFill>
                    <a:srgbClr val="000000"/>
                  </a:solidFill>
                  <a:ea typeface="等线" panose="02010600030101010101" pitchFamily="2" charset="-122"/>
                </a:endParaRPr>
              </a:p>
            </p:txBody>
          </p:sp>
          <p:grpSp>
            <p:nvGrpSpPr>
              <p:cNvPr id="24658" name="组合 30">
                <a:extLst>
                  <a:ext uri="{FF2B5EF4-FFF2-40B4-BE49-F238E27FC236}">
                    <a16:creationId xmlns:a16="http://schemas.microsoft.com/office/drawing/2014/main" id="{3277CDA8-174D-4829-8492-CF82D8EC3E7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744025" y="1984706"/>
                <a:ext cx="1508776" cy="788661"/>
                <a:chOff x="2855148" y="1776895"/>
                <a:chExt cx="1510282" cy="789241"/>
              </a:xfrm>
            </p:grpSpPr>
            <p:grpSp>
              <p:nvGrpSpPr>
                <p:cNvPr id="24664" name="组合 6">
                  <a:extLst>
                    <a:ext uri="{FF2B5EF4-FFF2-40B4-BE49-F238E27FC236}">
                      <a16:creationId xmlns:a16="http://schemas.microsoft.com/office/drawing/2014/main" id="{C9E4C6D4-12B8-4D5F-9279-07E61756481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855148" y="1776895"/>
                  <a:ext cx="1510282" cy="775917"/>
                  <a:chOff x="2596915" y="4967074"/>
                  <a:chExt cx="1509970" cy="776054"/>
                </a:xfrm>
              </p:grpSpPr>
              <p:cxnSp>
                <p:nvCxnSpPr>
                  <p:cNvPr id="133" name="直接连接符 132">
                    <a:extLst>
                      <a:ext uri="{FF2B5EF4-FFF2-40B4-BE49-F238E27FC236}">
                        <a16:creationId xmlns:a16="http://schemas.microsoft.com/office/drawing/2014/main" id="{54B9ECD8-02C2-4270-9ABF-F7A9F57D7B6D}"/>
                      </a:ext>
                    </a:extLst>
                  </p:cNvPr>
                  <p:cNvCxnSpPr/>
                  <p:nvPr/>
                </p:nvCxnSpPr>
                <p:spPr bwMode="auto">
                  <a:xfrm>
                    <a:off x="2912301" y="5351250"/>
                    <a:ext cx="1194816" cy="0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4667" name="矩形 1">
                    <a:extLst>
                      <a:ext uri="{FF2B5EF4-FFF2-40B4-BE49-F238E27FC236}">
                        <a16:creationId xmlns:a16="http://schemas.microsoft.com/office/drawing/2014/main" id="{A464F3C1-9D24-4301-865D-371E8CA6DE0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596915" y="4967074"/>
                    <a:ext cx="317711" cy="776054"/>
                  </a:xfrm>
                  <a:prstGeom prst="rect">
                    <a:avLst/>
                  </a:prstGeom>
                  <a:noFill/>
                  <a:ln w="28575" algn="ctr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 defTabSz="457200">
                      <a:spcBef>
                        <a:spcPct val="20000"/>
                      </a:spcBef>
                      <a:buChar char="•"/>
                      <a:defRPr sz="32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defRPr>
                    </a:lvl1pPr>
                    <a:lvl2pPr marL="742950" indent="-285750" defTabSz="45720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defRPr>
                    </a:lvl2pPr>
                    <a:lvl3pPr marL="1143000" indent="-228600" defTabSz="4572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defRPr>
                    </a:lvl3pPr>
                    <a:lvl4pPr marL="1600200" indent="-228600" defTabSz="4572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defRPr>
                    </a:lvl4pPr>
                    <a:lvl5pPr marL="2057400" indent="-228600" defTabSz="4572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defRPr>
                    </a:lvl5pPr>
                    <a:lvl6pPr marL="2514600" indent="-228600" defTabSz="4572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defRPr>
                    </a:lvl6pPr>
                    <a:lvl7pPr marL="2971800" indent="-228600" defTabSz="4572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defRPr>
                    </a:lvl7pPr>
                    <a:lvl8pPr marL="3429000" indent="-228600" defTabSz="4572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defRPr>
                    </a:lvl8pPr>
                    <a:lvl9pPr marL="3886200" indent="-228600" defTabSz="4572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zh-CN" altLang="en-US" sz="1800" b="0">
                      <a:solidFill>
                        <a:srgbClr val="000000"/>
                      </a:solidFill>
                      <a:ea typeface="等线" panose="02010600030101010101" pitchFamily="2" charset="-122"/>
                    </a:endParaRPr>
                  </a:p>
                </p:txBody>
              </p:sp>
            </p:grpSp>
            <p:sp>
              <p:nvSpPr>
                <p:cNvPr id="24665" name="文本框 153">
                  <a:extLst>
                    <a:ext uri="{FF2B5EF4-FFF2-40B4-BE49-F238E27FC236}">
                      <a16:creationId xmlns:a16="http://schemas.microsoft.com/office/drawing/2014/main" id="{3CF1E061-794D-470F-86D2-97606C594AF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 rot="10800000">
                  <a:off x="2866781" y="2421342"/>
                  <a:ext cx="277292" cy="14479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eaVert" wrap="none" lIns="0" tIns="0" rIns="0" bIns="0" anchor="ctr" anchorCtr="1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zh-CN" sz="1800" b="0"/>
                    <a:t>&gt;</a:t>
                  </a:r>
                </a:p>
              </p:txBody>
            </p:sp>
          </p:grpSp>
          <p:grpSp>
            <p:nvGrpSpPr>
              <p:cNvPr id="21" name="组合 20">
                <a:extLst>
                  <a:ext uri="{FF2B5EF4-FFF2-40B4-BE49-F238E27FC236}">
                    <a16:creationId xmlns:a16="http://schemas.microsoft.com/office/drawing/2014/main" id="{968C9DD2-9347-4FEE-97F1-C395C7C1F395}"/>
                  </a:ext>
                </a:extLst>
              </p:cNvPr>
              <p:cNvGrpSpPr/>
              <p:nvPr/>
            </p:nvGrpSpPr>
            <p:grpSpPr bwMode="auto">
              <a:xfrm>
                <a:off x="6408611" y="2198436"/>
                <a:ext cx="340773" cy="340826"/>
                <a:chOff x="1760676" y="3249685"/>
                <a:chExt cx="361423" cy="361425"/>
              </a:xfrm>
              <a:solidFill>
                <a:schemeClr val="bg1"/>
              </a:solidFill>
            </p:grpSpPr>
            <p:sp>
              <p:nvSpPr>
                <p:cNvPr id="19" name="等腰三角形 18">
                  <a:extLst>
                    <a:ext uri="{FF2B5EF4-FFF2-40B4-BE49-F238E27FC236}">
                      <a16:creationId xmlns:a16="http://schemas.microsoft.com/office/drawing/2014/main" id="{AE0AAEF5-536D-4795-B539-FDB1809D471A}"/>
                    </a:ext>
                  </a:extLst>
                </p:cNvPr>
                <p:cNvSpPr/>
                <p:nvPr/>
              </p:nvSpPr>
              <p:spPr bwMode="auto">
                <a:xfrm rot="5400000">
                  <a:off x="1728035" y="3282326"/>
                  <a:ext cx="361425" cy="296144"/>
                </a:xfrm>
                <a:prstGeom prst="triangle">
                  <a:avLst/>
                </a:prstGeom>
                <a:grpFill/>
                <a:ln w="2857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>
                    <a:defRPr/>
                  </a:pPr>
                  <a:endParaRPr lang="zh-CN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0" name="椭圆 19">
                  <a:extLst>
                    <a:ext uri="{FF2B5EF4-FFF2-40B4-BE49-F238E27FC236}">
                      <a16:creationId xmlns:a16="http://schemas.microsoft.com/office/drawing/2014/main" id="{2569457C-B935-4FFF-8743-7507F1D4F05F}"/>
                    </a:ext>
                  </a:extLst>
                </p:cNvPr>
                <p:cNvSpPr/>
                <p:nvPr/>
              </p:nvSpPr>
              <p:spPr bwMode="auto">
                <a:xfrm flipV="1">
                  <a:off x="2031173" y="3382061"/>
                  <a:ext cx="90926" cy="107969"/>
                </a:xfrm>
                <a:prstGeom prst="ellipse">
                  <a:avLst/>
                </a:prstGeom>
                <a:grpFill/>
                <a:ln w="2857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>
                    <a:defRPr/>
                  </a:pPr>
                  <a:endParaRPr lang="zh-CN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24660" name="AutoShape 73">
                <a:extLst>
                  <a:ext uri="{FF2B5EF4-FFF2-40B4-BE49-F238E27FC236}">
                    <a16:creationId xmlns:a16="http://schemas.microsoft.com/office/drawing/2014/main" id="{EE255948-8431-4333-82A5-385BADB0F4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52799" y="2040270"/>
                <a:ext cx="454025" cy="468313"/>
              </a:xfrm>
              <a:prstGeom prst="flowChartDelay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 b="0"/>
              </a:p>
            </p:txBody>
          </p:sp>
          <p:grpSp>
            <p:nvGrpSpPr>
              <p:cNvPr id="24661" name="组合 4">
                <a:extLst>
                  <a:ext uri="{FF2B5EF4-FFF2-40B4-BE49-F238E27FC236}">
                    <a16:creationId xmlns:a16="http://schemas.microsoft.com/office/drawing/2014/main" id="{CCE587B6-4AAB-4E21-8C2E-48FC4A6248F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685937" y="2908633"/>
                <a:ext cx="2152650" cy="562296"/>
                <a:chOff x="4010719" y="5522081"/>
                <a:chExt cx="2152155" cy="560450"/>
              </a:xfrm>
            </p:grpSpPr>
            <p:sp>
              <p:nvSpPr>
                <p:cNvPr id="24662" name="右大括号 170">
                  <a:extLst>
                    <a:ext uri="{FF2B5EF4-FFF2-40B4-BE49-F238E27FC236}">
                      <a16:creationId xmlns:a16="http://schemas.microsoft.com/office/drawing/2014/main" id="{CDC29F4B-2F89-4FD0-ADD5-73DD2A5306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5400000">
                  <a:off x="4986527" y="4546273"/>
                  <a:ext cx="200539" cy="2152155"/>
                </a:xfrm>
                <a:prstGeom prst="rightBrace">
                  <a:avLst>
                    <a:gd name="adj1" fmla="val 84613"/>
                    <a:gd name="adj2" fmla="val 51343"/>
                  </a:avLst>
                </a:prstGeom>
                <a:noFill/>
                <a:ln w="19050" algn="ctr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32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1800" b="0"/>
                </a:p>
              </p:txBody>
            </p:sp>
            <p:sp>
              <p:nvSpPr>
                <p:cNvPr id="24663" name="文本框 172">
                  <a:extLst>
                    <a:ext uri="{FF2B5EF4-FFF2-40B4-BE49-F238E27FC236}">
                      <a16:creationId xmlns:a16="http://schemas.microsoft.com/office/drawing/2014/main" id="{CB2591CB-DB46-45D9-9E9A-1DE3416CD0C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469849" y="5774879"/>
                  <a:ext cx="1160376" cy="30765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 anchor="ctr" anchorCtr="1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zh-CN" altLang="en-US" sz="1800" b="0"/>
                    <a:t>取边沿 </a:t>
                  </a:r>
                  <a:r>
                    <a:rPr lang="en-US" altLang="zh-CN" sz="1800" b="0"/>
                    <a:t>(PS)</a:t>
                  </a:r>
                  <a:endParaRPr lang="zh-CN" altLang="en-US" sz="1800" b="0"/>
                </a:p>
              </p:txBody>
            </p:sp>
          </p:grpSp>
        </p:grpSp>
      </p:grpSp>
      <p:sp>
        <p:nvSpPr>
          <p:cNvPr id="134" name="Rectangle 4">
            <a:extLst>
              <a:ext uri="{FF2B5EF4-FFF2-40B4-BE49-F238E27FC236}">
                <a16:creationId xmlns:a16="http://schemas.microsoft.com/office/drawing/2014/main" id="{29FC9254-5B77-41E0-B417-ECD5804F60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449388"/>
            <a:ext cx="3090007" cy="2947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spcBef>
                <a:spcPts val="0"/>
              </a:spcBef>
              <a:spcAft>
                <a:spcPts val="600"/>
              </a:spcAft>
              <a:defRPr/>
            </a:pPr>
            <a:r>
              <a:rPr lang="zh-CN" altLang="en-US" sz="2400" kern="0" dirty="0"/>
              <a:t>异步信号同步</a:t>
            </a:r>
            <a:endParaRPr lang="en-US" altLang="zh-CN" sz="2400" kern="0" dirty="0"/>
          </a:p>
          <a:p>
            <a:pPr lvl="1">
              <a:spcBef>
                <a:spcPts val="0"/>
              </a:spcBef>
              <a:spcAft>
                <a:spcPts val="600"/>
              </a:spcAft>
              <a:defRPr/>
            </a:pPr>
            <a:r>
              <a:rPr lang="zh-CN" altLang="en-US" sz="2000" kern="0" dirty="0"/>
              <a:t>减少亚稳态，提高可靠性</a:t>
            </a:r>
            <a:endParaRPr lang="en-US" altLang="zh-CN" sz="2000" kern="0" dirty="0"/>
          </a:p>
          <a:p>
            <a:pPr>
              <a:spcBef>
                <a:spcPts val="600"/>
              </a:spcBef>
              <a:spcAft>
                <a:spcPts val="600"/>
              </a:spcAft>
              <a:defRPr/>
            </a:pPr>
            <a:r>
              <a:rPr lang="zh-CN" altLang="en-US" sz="2400" kern="0" dirty="0"/>
              <a:t>取边沿</a:t>
            </a:r>
            <a:endParaRPr lang="en-US" altLang="zh-CN" sz="2400" kern="0" dirty="0"/>
          </a:p>
          <a:p>
            <a:pPr lvl="1">
              <a:spcBef>
                <a:spcPts val="0"/>
              </a:spcBef>
              <a:spcAft>
                <a:spcPts val="600"/>
              </a:spcAft>
              <a:defRPr/>
            </a:pPr>
            <a:r>
              <a:rPr lang="zh-CN" altLang="en-US" sz="2000" kern="0" dirty="0"/>
              <a:t>将边沿信息转换为脉冲信号</a:t>
            </a:r>
          </a:p>
        </p:txBody>
      </p:sp>
      <p:sp>
        <p:nvSpPr>
          <p:cNvPr id="24629" name="日期占位符 3">
            <a:extLst>
              <a:ext uri="{FF2B5EF4-FFF2-40B4-BE49-F238E27FC236}">
                <a16:creationId xmlns:a16="http://schemas.microsoft.com/office/drawing/2014/main" id="{1743CCC9-F21D-4AED-AA3A-69426EEC8859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8F9B9F0-1108-48D5-BBB0-CB2A6DA00482}" type="datetime1">
              <a:rPr lang="zh-CN" altLang="en-US" sz="1800" b="0" smtClean="0">
                <a:latin typeface="Arial" panose="020B0604020202020204" pitchFamily="34" charset="0"/>
              </a:rPr>
              <a:t>2025/11/5</a:t>
            </a:fld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24630" name="页脚占位符 4">
            <a:extLst>
              <a:ext uri="{FF2B5EF4-FFF2-40B4-BE49-F238E27FC236}">
                <a16:creationId xmlns:a16="http://schemas.microsoft.com/office/drawing/2014/main" id="{0F4BB3B8-EE28-42AC-A19D-48E500014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800" b="0">
                <a:latin typeface="Arial" panose="020B0604020202020204" pitchFamily="34" charset="0"/>
              </a:rPr>
              <a:t>数字逻辑设计进阶实验</a:t>
            </a:r>
          </a:p>
        </p:txBody>
      </p:sp>
      <p:sp>
        <p:nvSpPr>
          <p:cNvPr id="24631" name="灯片编号占位符 5">
            <a:extLst>
              <a:ext uri="{FF2B5EF4-FFF2-40B4-BE49-F238E27FC236}">
                <a16:creationId xmlns:a16="http://schemas.microsoft.com/office/drawing/2014/main" id="{C10E2D20-633C-432F-99B8-9697F1F83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A5DD186-11AC-430F-BFED-C1A066F83502}" type="slidenum">
              <a:rPr lang="en-US" altLang="zh-CN" sz="1800" b="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8</a:t>
            </a:fld>
            <a:endParaRPr lang="en-US" altLang="zh-CN" sz="1800" b="0">
              <a:latin typeface="Arial" panose="020B0604020202020204" pitchFamily="34" charset="0"/>
            </a:endParaRPr>
          </a:p>
        </p:txBody>
      </p:sp>
      <p:grpSp>
        <p:nvGrpSpPr>
          <p:cNvPr id="111" name="组合 1">
            <a:extLst>
              <a:ext uri="{FF2B5EF4-FFF2-40B4-BE49-F238E27FC236}">
                <a16:creationId xmlns:a16="http://schemas.microsoft.com/office/drawing/2014/main" id="{7658E782-E34D-41C0-8AF7-EA033BE678B8}"/>
              </a:ext>
            </a:extLst>
          </p:cNvPr>
          <p:cNvGrpSpPr>
            <a:grpSpLocks/>
          </p:cNvGrpSpPr>
          <p:nvPr/>
        </p:nvGrpSpPr>
        <p:grpSpPr bwMode="auto">
          <a:xfrm>
            <a:off x="4441823" y="1588671"/>
            <a:ext cx="1600202" cy="721716"/>
            <a:chOff x="5622928" y="1398589"/>
            <a:chExt cx="1914522" cy="760953"/>
          </a:xfrm>
        </p:grpSpPr>
        <p:sp>
          <p:nvSpPr>
            <p:cNvPr id="112" name="Text Box 4">
              <a:extLst>
                <a:ext uri="{FF2B5EF4-FFF2-40B4-BE49-F238E27FC236}">
                  <a16:creationId xmlns:a16="http://schemas.microsoft.com/office/drawing/2014/main" id="{3AAE1030-6358-415F-9BAF-D939164FEF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91240" y="1398589"/>
              <a:ext cx="977898" cy="760953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0" tIns="36000" rIns="0" bIns="0" anchor="t" anchorCtr="0">
              <a:no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800" b="0" dirty="0"/>
                <a:t>SYN</a:t>
              </a:r>
              <a:endParaRPr lang="en-US" altLang="zh-CN" sz="1600" b="0" dirty="0"/>
            </a:p>
          </p:txBody>
        </p:sp>
        <p:sp>
          <p:nvSpPr>
            <p:cNvPr id="113" name="Text Box 9">
              <a:extLst>
                <a:ext uri="{FF2B5EF4-FFF2-40B4-BE49-F238E27FC236}">
                  <a16:creationId xmlns:a16="http://schemas.microsoft.com/office/drawing/2014/main" id="{7AA02A85-0311-41DD-9F6C-844D421319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79181" y="1597533"/>
              <a:ext cx="357109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algn="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0" dirty="0"/>
                <a:t>a</a:t>
              </a:r>
              <a:endParaRPr lang="zh-CN" altLang="en-US" sz="2000" b="0" dirty="0"/>
            </a:p>
          </p:txBody>
        </p:sp>
        <p:sp>
          <p:nvSpPr>
            <p:cNvPr id="114" name="Line 24">
              <a:extLst>
                <a:ext uri="{FF2B5EF4-FFF2-40B4-BE49-F238E27FC236}">
                  <a16:creationId xmlns:a16="http://schemas.microsoft.com/office/drawing/2014/main" id="{43531B68-D80D-4D55-911A-A3C00D6E36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69138" y="1833546"/>
              <a:ext cx="46831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5" name="Line 31">
              <a:extLst>
                <a:ext uri="{FF2B5EF4-FFF2-40B4-BE49-F238E27FC236}">
                  <a16:creationId xmlns:a16="http://schemas.microsoft.com/office/drawing/2014/main" id="{1049C192-0D01-4CAC-9B56-79C924952A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22928" y="1826702"/>
              <a:ext cx="46831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" name="Text Box 32">
              <a:extLst>
                <a:ext uri="{FF2B5EF4-FFF2-40B4-BE49-F238E27FC236}">
                  <a16:creationId xmlns:a16="http://schemas.microsoft.com/office/drawing/2014/main" id="{D217341E-7934-41B4-98AD-F5E84FDE2C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31236" y="1571326"/>
              <a:ext cx="339847" cy="4218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0" dirty="0"/>
                <a:t>s</a:t>
              </a:r>
              <a:endParaRPr lang="zh-CN" altLang="en-US" sz="2000" b="0" dirty="0"/>
            </a:p>
          </p:txBody>
        </p:sp>
      </p:grpSp>
      <p:grpSp>
        <p:nvGrpSpPr>
          <p:cNvPr id="117" name="组合 1">
            <a:extLst>
              <a:ext uri="{FF2B5EF4-FFF2-40B4-BE49-F238E27FC236}">
                <a16:creationId xmlns:a16="http://schemas.microsoft.com/office/drawing/2014/main" id="{A3490AEC-8E3E-476B-919F-0658527F0E7A}"/>
              </a:ext>
            </a:extLst>
          </p:cNvPr>
          <p:cNvGrpSpPr>
            <a:grpSpLocks/>
          </p:cNvGrpSpPr>
          <p:nvPr/>
        </p:nvGrpSpPr>
        <p:grpSpPr bwMode="auto">
          <a:xfrm>
            <a:off x="6042024" y="1588671"/>
            <a:ext cx="1600201" cy="721716"/>
            <a:chOff x="5622929" y="1398589"/>
            <a:chExt cx="1914521" cy="760953"/>
          </a:xfrm>
        </p:grpSpPr>
        <p:sp>
          <p:nvSpPr>
            <p:cNvPr id="118" name="Text Box 4">
              <a:extLst>
                <a:ext uri="{FF2B5EF4-FFF2-40B4-BE49-F238E27FC236}">
                  <a16:creationId xmlns:a16="http://schemas.microsoft.com/office/drawing/2014/main" id="{E714374A-1BFF-447A-A6DD-F336A7C774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91240" y="1398589"/>
              <a:ext cx="977898" cy="760953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0" tIns="36000" rIns="0" bIns="0" anchor="t" anchorCtr="0">
              <a:no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800" b="0" dirty="0"/>
                <a:t>PS</a:t>
              </a:r>
              <a:endParaRPr lang="en-US" altLang="zh-CN" sz="1600" b="0" dirty="0"/>
            </a:p>
          </p:txBody>
        </p:sp>
        <p:sp>
          <p:nvSpPr>
            <p:cNvPr id="119" name="Text Box 9">
              <a:extLst>
                <a:ext uri="{FF2B5EF4-FFF2-40B4-BE49-F238E27FC236}">
                  <a16:creationId xmlns:a16="http://schemas.microsoft.com/office/drawing/2014/main" id="{3DB08A40-E0CE-47E0-AF4A-2D032ED760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38636" y="1597533"/>
              <a:ext cx="297654" cy="3894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algn="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800" b="0" dirty="0"/>
                <a:t>l</a:t>
              </a:r>
              <a:endParaRPr lang="zh-CN" altLang="en-US" sz="1800" b="0" dirty="0"/>
            </a:p>
          </p:txBody>
        </p:sp>
        <p:sp>
          <p:nvSpPr>
            <p:cNvPr id="120" name="Line 24">
              <a:extLst>
                <a:ext uri="{FF2B5EF4-FFF2-40B4-BE49-F238E27FC236}">
                  <a16:creationId xmlns:a16="http://schemas.microsoft.com/office/drawing/2014/main" id="{25C21DBC-CECB-4A61-A893-AD41CDD0B0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69138" y="1833546"/>
              <a:ext cx="46831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1" name="Line 31">
              <a:extLst>
                <a:ext uri="{FF2B5EF4-FFF2-40B4-BE49-F238E27FC236}">
                  <a16:creationId xmlns:a16="http://schemas.microsoft.com/office/drawing/2014/main" id="{69634905-FCD3-4E09-8223-43F4BBBE8D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22929" y="1826702"/>
              <a:ext cx="46831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" name="Text Box 32">
              <a:extLst>
                <a:ext uri="{FF2B5EF4-FFF2-40B4-BE49-F238E27FC236}">
                  <a16:creationId xmlns:a16="http://schemas.microsoft.com/office/drawing/2014/main" id="{F9A70EA7-9A77-45B8-A277-44DF9B800B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31236" y="1571326"/>
              <a:ext cx="359026" cy="3894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800" b="0" dirty="0"/>
                <a:t>p</a:t>
              </a:r>
              <a:endParaRPr lang="zh-CN" altLang="en-US" sz="1800" b="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标题 1">
            <a:extLst>
              <a:ext uri="{FF2B5EF4-FFF2-40B4-BE49-F238E27FC236}">
                <a16:creationId xmlns:a16="http://schemas.microsoft.com/office/drawing/2014/main" id="{1C39820C-9F43-4C7E-B2B0-48B2131B22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数码管动态显示</a:t>
            </a:r>
          </a:p>
        </p:txBody>
      </p:sp>
      <p:sp>
        <p:nvSpPr>
          <p:cNvPr id="21508" name="日期占位符 3">
            <a:extLst>
              <a:ext uri="{FF2B5EF4-FFF2-40B4-BE49-F238E27FC236}">
                <a16:creationId xmlns:a16="http://schemas.microsoft.com/office/drawing/2014/main" id="{C908C2F7-AB2F-4A50-AA26-3FDA95FEFB34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F2FD2DE-871D-4624-82E4-760E8689EDF3}" type="datetime1">
              <a:rPr lang="zh-CN" altLang="en-US" sz="1800" b="0" smtClean="0">
                <a:latin typeface="Arial" panose="020B0604020202020204" pitchFamily="34" charset="0"/>
              </a:rPr>
              <a:t>2025/11/5</a:t>
            </a:fld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21509" name="页脚占位符 4">
            <a:extLst>
              <a:ext uri="{FF2B5EF4-FFF2-40B4-BE49-F238E27FC236}">
                <a16:creationId xmlns:a16="http://schemas.microsoft.com/office/drawing/2014/main" id="{1E0E682B-3266-462F-B8C3-0ECEBA6C5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800" b="0" dirty="0">
                <a:latin typeface="Arial" panose="020B0604020202020204" pitchFamily="34" charset="0"/>
              </a:rPr>
              <a:t>数字逻辑设计进阶实验</a:t>
            </a:r>
          </a:p>
        </p:txBody>
      </p:sp>
      <p:sp>
        <p:nvSpPr>
          <p:cNvPr id="21510" name="灯片编号占位符 5">
            <a:extLst>
              <a:ext uri="{FF2B5EF4-FFF2-40B4-BE49-F238E27FC236}">
                <a16:creationId xmlns:a16="http://schemas.microsoft.com/office/drawing/2014/main" id="{C0DEEA42-9B55-4B1E-B101-E662AC946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D0AF152-17B5-4109-B9D6-759651E9E23E}" type="slidenum">
              <a:rPr lang="en-US" altLang="zh-CN" sz="1800" b="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9</a:t>
            </a:fld>
            <a:endParaRPr lang="en-US" altLang="zh-CN" sz="1800" b="0">
              <a:latin typeface="Arial" panose="020B0604020202020204" pitchFamily="34" charset="0"/>
            </a:endParaRPr>
          </a:p>
        </p:txBody>
      </p:sp>
      <p:grpSp>
        <p:nvGrpSpPr>
          <p:cNvPr id="21511" name="组合 123">
            <a:extLst>
              <a:ext uri="{FF2B5EF4-FFF2-40B4-BE49-F238E27FC236}">
                <a16:creationId xmlns:a16="http://schemas.microsoft.com/office/drawing/2014/main" id="{CEC9D208-2298-4698-AE01-4455A2291E50}"/>
              </a:ext>
            </a:extLst>
          </p:cNvPr>
          <p:cNvGrpSpPr>
            <a:grpSpLocks/>
          </p:cNvGrpSpPr>
          <p:nvPr/>
        </p:nvGrpSpPr>
        <p:grpSpPr bwMode="auto">
          <a:xfrm>
            <a:off x="4163975" y="3441700"/>
            <a:ext cx="4548226" cy="2629611"/>
            <a:chOff x="899022" y="3246958"/>
            <a:chExt cx="7316292" cy="2939659"/>
          </a:xfrm>
        </p:grpSpPr>
        <p:grpSp>
          <p:nvGrpSpPr>
            <p:cNvPr id="21544" name="组合 253">
              <a:extLst>
                <a:ext uri="{FF2B5EF4-FFF2-40B4-BE49-F238E27FC236}">
                  <a16:creationId xmlns:a16="http://schemas.microsoft.com/office/drawing/2014/main" id="{C4BCCEF5-83DD-4A21-80FF-B30474CEE41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16125" y="3429000"/>
              <a:ext cx="5400675" cy="2592388"/>
              <a:chOff x="2016120" y="2930097"/>
              <a:chExt cx="5399994" cy="2565606"/>
            </a:xfrm>
          </p:grpSpPr>
          <p:cxnSp>
            <p:nvCxnSpPr>
              <p:cNvPr id="223" name="直接连接符 222">
                <a:extLst>
                  <a:ext uri="{FF2B5EF4-FFF2-40B4-BE49-F238E27FC236}">
                    <a16:creationId xmlns:a16="http://schemas.microsoft.com/office/drawing/2014/main" id="{C925E4F2-6C50-4602-81EC-034B717E394C}"/>
                  </a:ext>
                </a:extLst>
              </p:cNvPr>
              <p:cNvCxnSpPr/>
              <p:nvPr/>
            </p:nvCxnSpPr>
            <p:spPr bwMode="auto">
              <a:xfrm flipH="1" flipV="1">
                <a:off x="2773368" y="3287376"/>
                <a:ext cx="0" cy="2181377"/>
              </a:xfrm>
              <a:prstGeom prst="line">
                <a:avLst/>
              </a:prstGeom>
              <a:ln w="9525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4" name="直接连接符 223">
                <a:extLst>
                  <a:ext uri="{FF2B5EF4-FFF2-40B4-BE49-F238E27FC236}">
                    <a16:creationId xmlns:a16="http://schemas.microsoft.com/office/drawing/2014/main" id="{58857801-86DD-4C0C-A751-378BC9F225BB}"/>
                  </a:ext>
                </a:extLst>
              </p:cNvPr>
              <p:cNvCxnSpPr/>
              <p:nvPr/>
            </p:nvCxnSpPr>
            <p:spPr bwMode="auto">
              <a:xfrm flipH="1" flipV="1">
                <a:off x="4330903" y="3290889"/>
                <a:ext cx="0" cy="2181377"/>
              </a:xfrm>
              <a:prstGeom prst="line">
                <a:avLst/>
              </a:prstGeom>
              <a:ln w="9525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5" name="直接连接符 224">
                <a:extLst>
                  <a:ext uri="{FF2B5EF4-FFF2-40B4-BE49-F238E27FC236}">
                    <a16:creationId xmlns:a16="http://schemas.microsoft.com/office/drawing/2014/main" id="{A597B5E4-4BD0-4D99-B68E-821553C251E4}"/>
                  </a:ext>
                </a:extLst>
              </p:cNvPr>
              <p:cNvCxnSpPr/>
              <p:nvPr/>
            </p:nvCxnSpPr>
            <p:spPr bwMode="auto">
              <a:xfrm flipH="1" flipV="1">
                <a:off x="5852692" y="3297914"/>
                <a:ext cx="0" cy="2181377"/>
              </a:xfrm>
              <a:prstGeom prst="line">
                <a:avLst/>
              </a:prstGeom>
              <a:ln w="9525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6" name="直接连接符 225">
                <a:extLst>
                  <a:ext uri="{FF2B5EF4-FFF2-40B4-BE49-F238E27FC236}">
                    <a16:creationId xmlns:a16="http://schemas.microsoft.com/office/drawing/2014/main" id="{4E9AD55B-FE6E-42E8-82C8-828E68219E06}"/>
                  </a:ext>
                </a:extLst>
              </p:cNvPr>
              <p:cNvCxnSpPr/>
              <p:nvPr/>
            </p:nvCxnSpPr>
            <p:spPr bwMode="auto">
              <a:xfrm flipH="1" flipV="1">
                <a:off x="7415334" y="3303184"/>
                <a:ext cx="0" cy="2181377"/>
              </a:xfrm>
              <a:prstGeom prst="line">
                <a:avLst/>
              </a:prstGeom>
              <a:ln w="9525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7" name="直接连接符 226">
                <a:extLst>
                  <a:ext uri="{FF2B5EF4-FFF2-40B4-BE49-F238E27FC236}">
                    <a16:creationId xmlns:a16="http://schemas.microsoft.com/office/drawing/2014/main" id="{2B0C0ACC-75DE-4CC3-86ED-22DD5DE4F08B}"/>
                  </a:ext>
                </a:extLst>
              </p:cNvPr>
              <p:cNvCxnSpPr/>
              <p:nvPr/>
            </p:nvCxnSpPr>
            <p:spPr bwMode="auto">
              <a:xfrm flipH="1" flipV="1">
                <a:off x="6641672" y="3311965"/>
                <a:ext cx="0" cy="2183134"/>
              </a:xfrm>
              <a:prstGeom prst="line">
                <a:avLst/>
              </a:prstGeom>
              <a:ln w="9525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8" name="直接连接符 227">
                <a:extLst>
                  <a:ext uri="{FF2B5EF4-FFF2-40B4-BE49-F238E27FC236}">
                    <a16:creationId xmlns:a16="http://schemas.microsoft.com/office/drawing/2014/main" id="{2798B9CD-AD79-424E-87B2-A68E2E340424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015026" y="2930839"/>
                <a:ext cx="0" cy="2548452"/>
              </a:xfrm>
              <a:prstGeom prst="line">
                <a:avLst/>
              </a:prstGeom>
              <a:ln w="19050">
                <a:solidFill>
                  <a:srgbClr val="0066FF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9" name="直接连接符 228">
                <a:extLst>
                  <a:ext uri="{FF2B5EF4-FFF2-40B4-BE49-F238E27FC236}">
                    <a16:creationId xmlns:a16="http://schemas.microsoft.com/office/drawing/2014/main" id="{A913B340-B27F-473A-81CF-D1D001A984FA}"/>
                  </a:ext>
                </a:extLst>
              </p:cNvPr>
              <p:cNvCxnSpPr/>
              <p:nvPr/>
            </p:nvCxnSpPr>
            <p:spPr bwMode="auto">
              <a:xfrm flipH="1" flipV="1">
                <a:off x="3557242" y="3301427"/>
                <a:ext cx="0" cy="2183134"/>
              </a:xfrm>
              <a:prstGeom prst="line">
                <a:avLst/>
              </a:prstGeom>
              <a:ln w="9525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0" name="直接连接符 229">
                <a:extLst>
                  <a:ext uri="{FF2B5EF4-FFF2-40B4-BE49-F238E27FC236}">
                    <a16:creationId xmlns:a16="http://schemas.microsoft.com/office/drawing/2014/main" id="{1AD374FD-5F1D-4539-9BBD-A0F5820115DB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5099457" y="2930839"/>
                <a:ext cx="0" cy="2558990"/>
              </a:xfrm>
              <a:prstGeom prst="line">
                <a:avLst/>
              </a:prstGeom>
              <a:ln w="19050">
                <a:solidFill>
                  <a:srgbClr val="0066FF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1545" name="直接箭头连接符 124">
              <a:extLst>
                <a:ext uri="{FF2B5EF4-FFF2-40B4-BE49-F238E27FC236}">
                  <a16:creationId xmlns:a16="http://schemas.microsoft.com/office/drawing/2014/main" id="{C5EF71B1-427F-430D-9D8B-3F25A6EB499A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006600" y="3644900"/>
              <a:ext cx="3095625" cy="0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1546" name="Line 66">
              <a:extLst>
                <a:ext uri="{FF2B5EF4-FFF2-40B4-BE49-F238E27FC236}">
                  <a16:creationId xmlns:a16="http://schemas.microsoft.com/office/drawing/2014/main" id="{D72CCB15-4F93-491E-AB7A-1C768D3F2F1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16125" y="4424363"/>
              <a:ext cx="76676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47" name="Line 42">
              <a:extLst>
                <a:ext uri="{FF2B5EF4-FFF2-40B4-BE49-F238E27FC236}">
                  <a16:creationId xmlns:a16="http://schemas.microsoft.com/office/drawing/2014/main" id="{2EBD353E-A76D-407F-9C53-764804187B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2950" y="4184650"/>
              <a:ext cx="0" cy="23495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48" name="Line 64">
              <a:extLst>
                <a:ext uri="{FF2B5EF4-FFF2-40B4-BE49-F238E27FC236}">
                  <a16:creationId xmlns:a16="http://schemas.microsoft.com/office/drawing/2014/main" id="{323031E7-7E42-43DF-AD6C-E493C0D0304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43063" y="4187825"/>
              <a:ext cx="36988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49" name="Line 42">
              <a:extLst>
                <a:ext uri="{FF2B5EF4-FFF2-40B4-BE49-F238E27FC236}">
                  <a16:creationId xmlns:a16="http://schemas.microsoft.com/office/drawing/2014/main" id="{E04820F9-F480-42FD-98C2-1B2E10C978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2888" y="4187825"/>
              <a:ext cx="0" cy="23971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50" name="Line 64">
              <a:extLst>
                <a:ext uri="{FF2B5EF4-FFF2-40B4-BE49-F238E27FC236}">
                  <a16:creationId xmlns:a16="http://schemas.microsoft.com/office/drawing/2014/main" id="{5FEC5FD3-DF2D-4D11-94C1-9B812AC9E24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82888" y="4184650"/>
              <a:ext cx="231298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1551" name="组合 11">
              <a:extLst>
                <a:ext uri="{FF2B5EF4-FFF2-40B4-BE49-F238E27FC236}">
                  <a16:creationId xmlns:a16="http://schemas.microsoft.com/office/drawing/2014/main" id="{E14592C4-3C81-48D7-95DA-0E12088F18F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43063" y="3783013"/>
              <a:ext cx="6548437" cy="250825"/>
              <a:chOff x="1287184" y="3017690"/>
              <a:chExt cx="4663381" cy="282748"/>
            </a:xfrm>
          </p:grpSpPr>
          <p:sp>
            <p:nvSpPr>
              <p:cNvPr id="21609" name="Line 23">
                <a:extLst>
                  <a:ext uri="{FF2B5EF4-FFF2-40B4-BE49-F238E27FC236}">
                    <a16:creationId xmlns:a16="http://schemas.microsoft.com/office/drawing/2014/main" id="{DB5C7508-C0EC-4E04-941A-57E52AB5B37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64598" y="3295014"/>
                <a:ext cx="28807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610" name="Line 24">
                <a:extLst>
                  <a:ext uri="{FF2B5EF4-FFF2-40B4-BE49-F238E27FC236}">
                    <a16:creationId xmlns:a16="http://schemas.microsoft.com/office/drawing/2014/main" id="{8A9944A2-9A9E-44CE-8B61-EEB0ABC5E8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52668" y="3017690"/>
                <a:ext cx="27521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611" name="Line 25">
                <a:extLst>
                  <a:ext uri="{FF2B5EF4-FFF2-40B4-BE49-F238E27FC236}">
                    <a16:creationId xmlns:a16="http://schemas.microsoft.com/office/drawing/2014/main" id="{B4C67789-0420-4B44-AE6C-D0977030E67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27882" y="3295014"/>
                <a:ext cx="27521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612" name="Line 41">
                <a:extLst>
                  <a:ext uri="{FF2B5EF4-FFF2-40B4-BE49-F238E27FC236}">
                    <a16:creationId xmlns:a16="http://schemas.microsoft.com/office/drawing/2014/main" id="{DDDCF69E-E26B-44FF-9676-7D4F16A834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847065" y="3017690"/>
                <a:ext cx="0" cy="27732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613" name="Line 42">
                <a:extLst>
                  <a:ext uri="{FF2B5EF4-FFF2-40B4-BE49-F238E27FC236}">
                    <a16:creationId xmlns:a16="http://schemas.microsoft.com/office/drawing/2014/main" id="{5897114B-A271-40CC-BB9E-D6847E2203C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27882" y="3017690"/>
                <a:ext cx="0" cy="27732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614" name="Line 24">
                <a:extLst>
                  <a:ext uri="{FF2B5EF4-FFF2-40B4-BE49-F238E27FC236}">
                    <a16:creationId xmlns:a16="http://schemas.microsoft.com/office/drawing/2014/main" id="{3097990E-9E18-4D7C-8600-C7CD95C5698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50107" y="3017690"/>
                <a:ext cx="27521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615" name="Line 25">
                <a:extLst>
                  <a:ext uri="{FF2B5EF4-FFF2-40B4-BE49-F238E27FC236}">
                    <a16:creationId xmlns:a16="http://schemas.microsoft.com/office/drawing/2014/main" id="{43ED3043-019B-425C-843C-66776F737CD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25320" y="3295014"/>
                <a:ext cx="27521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616" name="Line 26">
                <a:extLst>
                  <a:ext uri="{FF2B5EF4-FFF2-40B4-BE49-F238E27FC236}">
                    <a16:creationId xmlns:a16="http://schemas.microsoft.com/office/drawing/2014/main" id="{CAA8CE25-35B4-465B-ACE9-2AE67B9DD7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00533" y="3017690"/>
                <a:ext cx="27521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617" name="Line 27">
                <a:extLst>
                  <a:ext uri="{FF2B5EF4-FFF2-40B4-BE49-F238E27FC236}">
                    <a16:creationId xmlns:a16="http://schemas.microsoft.com/office/drawing/2014/main" id="{4C6B5F82-886E-463E-B310-61FDB9E259D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75747" y="3295014"/>
                <a:ext cx="27521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618" name="Line 28">
                <a:extLst>
                  <a:ext uri="{FF2B5EF4-FFF2-40B4-BE49-F238E27FC236}">
                    <a16:creationId xmlns:a16="http://schemas.microsoft.com/office/drawing/2014/main" id="{4F941C9D-E9C7-483F-B222-2AF5200B430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50961" y="3017690"/>
                <a:ext cx="27521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619" name="Line 29">
                <a:extLst>
                  <a:ext uri="{FF2B5EF4-FFF2-40B4-BE49-F238E27FC236}">
                    <a16:creationId xmlns:a16="http://schemas.microsoft.com/office/drawing/2014/main" id="{9A136E89-F3B4-4088-8596-778AC05BAE9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26174" y="3295014"/>
                <a:ext cx="27521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620" name="Line 30">
                <a:extLst>
                  <a:ext uri="{FF2B5EF4-FFF2-40B4-BE49-F238E27FC236}">
                    <a16:creationId xmlns:a16="http://schemas.microsoft.com/office/drawing/2014/main" id="{55ED29D6-565A-4969-89D8-D5E40CC5B6B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89920" y="3017690"/>
                <a:ext cx="27521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621" name="Line 31">
                <a:extLst>
                  <a:ext uri="{FF2B5EF4-FFF2-40B4-BE49-F238E27FC236}">
                    <a16:creationId xmlns:a16="http://schemas.microsoft.com/office/drawing/2014/main" id="{F639E29D-3342-41A0-9AEF-3A76AF5EA93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65134" y="3295014"/>
                <a:ext cx="27521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622" name="Line 32">
                <a:extLst>
                  <a:ext uri="{FF2B5EF4-FFF2-40B4-BE49-F238E27FC236}">
                    <a16:creationId xmlns:a16="http://schemas.microsoft.com/office/drawing/2014/main" id="{7500CF9B-53FE-4CEA-A0DA-D38828F06D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40347" y="3017690"/>
                <a:ext cx="27521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623" name="Line 34">
                <a:extLst>
                  <a:ext uri="{FF2B5EF4-FFF2-40B4-BE49-F238E27FC236}">
                    <a16:creationId xmlns:a16="http://schemas.microsoft.com/office/drawing/2014/main" id="{E1A91B11-1A78-42BA-AFBE-93F95EA09D3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90774" y="3017690"/>
                <a:ext cx="27521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624" name="Line 35">
                <a:extLst>
                  <a:ext uri="{FF2B5EF4-FFF2-40B4-BE49-F238E27FC236}">
                    <a16:creationId xmlns:a16="http://schemas.microsoft.com/office/drawing/2014/main" id="{44062670-BC9C-429B-9416-A7B1EB4DF0E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15561" y="3295014"/>
                <a:ext cx="27521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625" name="Line 42">
                <a:extLst>
                  <a:ext uri="{FF2B5EF4-FFF2-40B4-BE49-F238E27FC236}">
                    <a16:creationId xmlns:a16="http://schemas.microsoft.com/office/drawing/2014/main" id="{FF89FBAA-FE77-42CE-B343-A904C23ED4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25320" y="3017690"/>
                <a:ext cx="0" cy="27732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626" name="Line 43">
                <a:extLst>
                  <a:ext uri="{FF2B5EF4-FFF2-40B4-BE49-F238E27FC236}">
                    <a16:creationId xmlns:a16="http://schemas.microsoft.com/office/drawing/2014/main" id="{BD2DDD6E-B346-4F93-9403-CCBBEB253CB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098310" y="3017690"/>
                <a:ext cx="0" cy="27732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627" name="Line 44">
                <a:extLst>
                  <a:ext uri="{FF2B5EF4-FFF2-40B4-BE49-F238E27FC236}">
                    <a16:creationId xmlns:a16="http://schemas.microsoft.com/office/drawing/2014/main" id="{87A78387-09D2-458A-895F-81AA57920B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75747" y="3017690"/>
                <a:ext cx="0" cy="27732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628" name="Line 45">
                <a:extLst>
                  <a:ext uri="{FF2B5EF4-FFF2-40B4-BE49-F238E27FC236}">
                    <a16:creationId xmlns:a16="http://schemas.microsoft.com/office/drawing/2014/main" id="{2E3935C6-E20C-409E-9C95-FE92BDB0B30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650961" y="3017690"/>
                <a:ext cx="0" cy="27732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629" name="Line 46">
                <a:extLst>
                  <a:ext uri="{FF2B5EF4-FFF2-40B4-BE49-F238E27FC236}">
                    <a16:creationId xmlns:a16="http://schemas.microsoft.com/office/drawing/2014/main" id="{C6AE3E21-BED9-4F3C-B83E-524FCFDDC89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26174" y="3017690"/>
                <a:ext cx="0" cy="27732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630" name="Line 47">
                <a:extLst>
                  <a:ext uri="{FF2B5EF4-FFF2-40B4-BE49-F238E27FC236}">
                    <a16:creationId xmlns:a16="http://schemas.microsoft.com/office/drawing/2014/main" id="{45A60C05-E7CC-4E91-B751-972CF63FBAF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99163" y="3017690"/>
                <a:ext cx="0" cy="27732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631" name="Line 48">
                <a:extLst>
                  <a:ext uri="{FF2B5EF4-FFF2-40B4-BE49-F238E27FC236}">
                    <a16:creationId xmlns:a16="http://schemas.microsoft.com/office/drawing/2014/main" id="{EBC5703C-D5C7-41D7-801D-676257EA1E0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65134" y="3017690"/>
                <a:ext cx="0" cy="27732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632" name="Line 49">
                <a:extLst>
                  <a:ext uri="{FF2B5EF4-FFF2-40B4-BE49-F238E27FC236}">
                    <a16:creationId xmlns:a16="http://schemas.microsoft.com/office/drawing/2014/main" id="{DFE6E293-2065-4B85-B9E7-961125980D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746345" y="3017690"/>
                <a:ext cx="0" cy="27732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633" name="Line 50">
                <a:extLst>
                  <a:ext uri="{FF2B5EF4-FFF2-40B4-BE49-F238E27FC236}">
                    <a16:creationId xmlns:a16="http://schemas.microsoft.com/office/drawing/2014/main" id="{6847A64B-51B1-4842-81BA-20458146F0A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15561" y="3017690"/>
                <a:ext cx="0" cy="27732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634" name="Line 51">
                <a:extLst>
                  <a:ext uri="{FF2B5EF4-FFF2-40B4-BE49-F238E27FC236}">
                    <a16:creationId xmlns:a16="http://schemas.microsoft.com/office/drawing/2014/main" id="{8D5C2AB1-6116-4123-80A7-54BB20057B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95027" y="3017690"/>
                <a:ext cx="0" cy="27732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635" name="Line 52">
                <a:extLst>
                  <a:ext uri="{FF2B5EF4-FFF2-40B4-BE49-F238E27FC236}">
                    <a16:creationId xmlns:a16="http://schemas.microsoft.com/office/drawing/2014/main" id="{EB50D665-9257-48D7-92EC-334315BB79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64598" y="3017690"/>
                <a:ext cx="0" cy="27732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636" name="Line 25">
                <a:extLst>
                  <a:ext uri="{FF2B5EF4-FFF2-40B4-BE49-F238E27FC236}">
                    <a16:creationId xmlns:a16="http://schemas.microsoft.com/office/drawing/2014/main" id="{98F274D6-57C0-44F6-9E41-26FAEA308DA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87184" y="3295014"/>
                <a:ext cx="26292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637" name="Line 43">
                <a:extLst>
                  <a:ext uri="{FF2B5EF4-FFF2-40B4-BE49-F238E27FC236}">
                    <a16:creationId xmlns:a16="http://schemas.microsoft.com/office/drawing/2014/main" id="{04E20BC9-4C78-400E-9E10-78D5497D24F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552617" y="3017690"/>
                <a:ext cx="0" cy="27732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638" name="Line 24">
                <a:extLst>
                  <a:ext uri="{FF2B5EF4-FFF2-40B4-BE49-F238E27FC236}">
                    <a16:creationId xmlns:a16="http://schemas.microsoft.com/office/drawing/2014/main" id="{4430CBB2-F057-448E-B96A-9CC5EBE9E90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400139" y="3023114"/>
                <a:ext cx="27521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639" name="Line 25">
                <a:extLst>
                  <a:ext uri="{FF2B5EF4-FFF2-40B4-BE49-F238E27FC236}">
                    <a16:creationId xmlns:a16="http://schemas.microsoft.com/office/drawing/2014/main" id="{A0936443-82F0-4E97-8307-74B6E57CD92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675352" y="3300438"/>
                <a:ext cx="27521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640" name="Line 42">
                <a:extLst>
                  <a:ext uri="{FF2B5EF4-FFF2-40B4-BE49-F238E27FC236}">
                    <a16:creationId xmlns:a16="http://schemas.microsoft.com/office/drawing/2014/main" id="{BA4CB621-890B-40C3-AA41-A6143B2DB28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675352" y="3023114"/>
                <a:ext cx="0" cy="27732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641" name="Line 43">
                <a:extLst>
                  <a:ext uri="{FF2B5EF4-FFF2-40B4-BE49-F238E27FC236}">
                    <a16:creationId xmlns:a16="http://schemas.microsoft.com/office/drawing/2014/main" id="{800A7B2F-BF4C-4067-BC13-424C11828B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400139" y="3023114"/>
                <a:ext cx="0" cy="27732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1552" name="Line 66">
              <a:extLst>
                <a:ext uri="{FF2B5EF4-FFF2-40B4-BE49-F238E27FC236}">
                  <a16:creationId xmlns:a16="http://schemas.microsoft.com/office/drawing/2014/main" id="{AC99789E-43EC-4E24-BDB4-AFE2E328D2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100638" y="4424363"/>
              <a:ext cx="76517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53" name="Line 42">
              <a:extLst>
                <a:ext uri="{FF2B5EF4-FFF2-40B4-BE49-F238E27FC236}">
                  <a16:creationId xmlns:a16="http://schemas.microsoft.com/office/drawing/2014/main" id="{15B020F0-8D0F-4B25-A41B-55784A451F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95875" y="4184650"/>
              <a:ext cx="0" cy="23495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54" name="Line 64">
              <a:extLst>
                <a:ext uri="{FF2B5EF4-FFF2-40B4-BE49-F238E27FC236}">
                  <a16:creationId xmlns:a16="http://schemas.microsoft.com/office/drawing/2014/main" id="{484D18B2-E4AD-46A0-A81B-F8C6E3DCA0E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878513" y="4187825"/>
              <a:ext cx="23368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55" name="Line 42">
              <a:extLst>
                <a:ext uri="{FF2B5EF4-FFF2-40B4-BE49-F238E27FC236}">
                  <a16:creationId xmlns:a16="http://schemas.microsoft.com/office/drawing/2014/main" id="{43FAB719-830B-449C-9580-9561B4B81F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65813" y="4187825"/>
              <a:ext cx="0" cy="2381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56" name="Line 66">
              <a:extLst>
                <a:ext uri="{FF2B5EF4-FFF2-40B4-BE49-F238E27FC236}">
                  <a16:creationId xmlns:a16="http://schemas.microsoft.com/office/drawing/2014/main" id="{1303B64F-04CA-4B93-BA6B-52C0950EE1C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84487" y="4822300"/>
              <a:ext cx="76676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57" name="Line 42">
              <a:extLst>
                <a:ext uri="{FF2B5EF4-FFF2-40B4-BE49-F238E27FC236}">
                  <a16:creationId xmlns:a16="http://schemas.microsoft.com/office/drawing/2014/main" id="{2FDAA87F-BC15-4667-B354-5CE6169E22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1312" y="4581000"/>
              <a:ext cx="0" cy="23495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58" name="Line 64">
              <a:extLst>
                <a:ext uri="{FF2B5EF4-FFF2-40B4-BE49-F238E27FC236}">
                  <a16:creationId xmlns:a16="http://schemas.microsoft.com/office/drawing/2014/main" id="{A451EF4B-DEE4-4EE8-911E-BD4056C4904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33550" y="4584175"/>
              <a:ext cx="114776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59" name="Line 42">
              <a:extLst>
                <a:ext uri="{FF2B5EF4-FFF2-40B4-BE49-F238E27FC236}">
                  <a16:creationId xmlns:a16="http://schemas.microsoft.com/office/drawing/2014/main" id="{6003C5F5-6410-45E9-8C48-2F1C1FE4F1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7909" y="4584175"/>
              <a:ext cx="0" cy="23971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60" name="Line 64">
              <a:extLst>
                <a:ext uri="{FF2B5EF4-FFF2-40B4-BE49-F238E27FC236}">
                  <a16:creationId xmlns:a16="http://schemas.microsoft.com/office/drawing/2014/main" id="{7D44C209-D44E-4F11-81A6-F2B155C69D0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51250" y="4581000"/>
              <a:ext cx="230028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61" name="Line 66">
              <a:extLst>
                <a:ext uri="{FF2B5EF4-FFF2-40B4-BE49-F238E27FC236}">
                  <a16:creationId xmlns:a16="http://schemas.microsoft.com/office/drawing/2014/main" id="{E0423EC0-119B-4629-8574-D22C19737AF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869000" y="4820712"/>
              <a:ext cx="76517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62" name="Line 42">
              <a:extLst>
                <a:ext uri="{FF2B5EF4-FFF2-40B4-BE49-F238E27FC236}">
                  <a16:creationId xmlns:a16="http://schemas.microsoft.com/office/drawing/2014/main" id="{807D98FD-B820-431D-826F-65084928AD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64237" y="4581000"/>
              <a:ext cx="0" cy="23495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63" name="Line 64">
              <a:extLst>
                <a:ext uri="{FF2B5EF4-FFF2-40B4-BE49-F238E27FC236}">
                  <a16:creationId xmlns:a16="http://schemas.microsoft.com/office/drawing/2014/main" id="{C7633881-7FE6-4ADC-9506-F3E361B5196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646875" y="4584175"/>
              <a:ext cx="155892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64" name="Line 42">
              <a:extLst>
                <a:ext uri="{FF2B5EF4-FFF2-40B4-BE49-F238E27FC236}">
                  <a16:creationId xmlns:a16="http://schemas.microsoft.com/office/drawing/2014/main" id="{4C7BD7E2-6620-42DF-9EAB-5CFA391A57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641938" y="4584175"/>
              <a:ext cx="0" cy="2381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65" name="Line 66">
              <a:extLst>
                <a:ext uri="{FF2B5EF4-FFF2-40B4-BE49-F238E27FC236}">
                  <a16:creationId xmlns:a16="http://schemas.microsoft.com/office/drawing/2014/main" id="{07492EA4-6699-4BB5-A6C2-483E6C7C276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62350" y="5221288"/>
              <a:ext cx="76517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66" name="Line 42">
              <a:extLst>
                <a:ext uri="{FF2B5EF4-FFF2-40B4-BE49-F238E27FC236}">
                  <a16:creationId xmlns:a16="http://schemas.microsoft.com/office/drawing/2014/main" id="{31674F79-F6AC-403F-AA49-5A91919FB9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7588" y="4979988"/>
              <a:ext cx="0" cy="23495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67" name="Line 64">
              <a:extLst>
                <a:ext uri="{FF2B5EF4-FFF2-40B4-BE49-F238E27FC236}">
                  <a16:creationId xmlns:a16="http://schemas.microsoft.com/office/drawing/2014/main" id="{5B55F3EB-FFB5-431D-9948-8DD45157F24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43063" y="4983163"/>
              <a:ext cx="191452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68" name="Line 42">
              <a:extLst>
                <a:ext uri="{FF2B5EF4-FFF2-40B4-BE49-F238E27FC236}">
                  <a16:creationId xmlns:a16="http://schemas.microsoft.com/office/drawing/2014/main" id="{7FC980E1-5D95-489A-8B3E-AEBAA58E37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7525" y="4983163"/>
              <a:ext cx="0" cy="23971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69" name="Line 64">
              <a:extLst>
                <a:ext uri="{FF2B5EF4-FFF2-40B4-BE49-F238E27FC236}">
                  <a16:creationId xmlns:a16="http://schemas.microsoft.com/office/drawing/2014/main" id="{7BE03F4F-F07B-4C2B-9239-A2ABBB24EC7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27525" y="4979988"/>
              <a:ext cx="230187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70" name="Line 66">
              <a:extLst>
                <a:ext uri="{FF2B5EF4-FFF2-40B4-BE49-F238E27FC236}">
                  <a16:creationId xmlns:a16="http://schemas.microsoft.com/office/drawing/2014/main" id="{2E0949B0-E7D2-496C-92D6-67593275E4F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645275" y="5219700"/>
              <a:ext cx="76676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71" name="Line 42">
              <a:extLst>
                <a:ext uri="{FF2B5EF4-FFF2-40B4-BE49-F238E27FC236}">
                  <a16:creationId xmlns:a16="http://schemas.microsoft.com/office/drawing/2014/main" id="{2CCA4928-65FC-4649-B208-AEAEBE612F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642100" y="4979988"/>
              <a:ext cx="0" cy="23495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72" name="Line 64">
              <a:extLst>
                <a:ext uri="{FF2B5EF4-FFF2-40B4-BE49-F238E27FC236}">
                  <a16:creationId xmlns:a16="http://schemas.microsoft.com/office/drawing/2014/main" id="{9D9B7857-0340-4383-97A8-0F9465C36C8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423150" y="4983163"/>
              <a:ext cx="76835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73" name="Line 42">
              <a:extLst>
                <a:ext uri="{FF2B5EF4-FFF2-40B4-BE49-F238E27FC236}">
                  <a16:creationId xmlns:a16="http://schemas.microsoft.com/office/drawing/2014/main" id="{EAB0B852-5C69-4A05-A228-75C72371AD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18578" y="4983163"/>
              <a:ext cx="0" cy="2381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74" name="Line 66">
              <a:extLst>
                <a:ext uri="{FF2B5EF4-FFF2-40B4-BE49-F238E27FC236}">
                  <a16:creationId xmlns:a16="http://schemas.microsoft.com/office/drawing/2014/main" id="{B4AD8FE4-F0DE-4BFF-98FC-0D15D57AA89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37050" y="5653088"/>
              <a:ext cx="76517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75" name="Line 42">
              <a:extLst>
                <a:ext uri="{FF2B5EF4-FFF2-40B4-BE49-F238E27FC236}">
                  <a16:creationId xmlns:a16="http://schemas.microsoft.com/office/drawing/2014/main" id="{1D31F3FB-F2BF-4EA4-86CA-9B1573C40C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32288" y="5413375"/>
              <a:ext cx="0" cy="23336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76" name="Line 64">
              <a:extLst>
                <a:ext uri="{FF2B5EF4-FFF2-40B4-BE49-F238E27FC236}">
                  <a16:creationId xmlns:a16="http://schemas.microsoft.com/office/drawing/2014/main" id="{24D8C25C-2C37-4F16-9BA8-628E7FA4DEE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16125" y="5416550"/>
              <a:ext cx="22987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77" name="Line 42">
              <a:extLst>
                <a:ext uri="{FF2B5EF4-FFF2-40B4-BE49-F238E27FC236}">
                  <a16:creationId xmlns:a16="http://schemas.microsoft.com/office/drawing/2014/main" id="{56059325-D4E3-4BCA-8B63-1561A4166B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02225" y="5414963"/>
              <a:ext cx="0" cy="23971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78" name="Line 64">
              <a:extLst>
                <a:ext uri="{FF2B5EF4-FFF2-40B4-BE49-F238E27FC236}">
                  <a16:creationId xmlns:a16="http://schemas.microsoft.com/office/drawing/2014/main" id="{32D3A2EE-014B-458D-BB98-20AA82912D6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102225" y="5413375"/>
              <a:ext cx="230981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79" name="Line 66">
              <a:extLst>
                <a:ext uri="{FF2B5EF4-FFF2-40B4-BE49-F238E27FC236}">
                  <a16:creationId xmlns:a16="http://schemas.microsoft.com/office/drawing/2014/main" id="{39862411-F5CE-4714-A85E-6806B51302D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419975" y="5651500"/>
              <a:ext cx="79533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80" name="Line 42">
              <a:extLst>
                <a:ext uri="{FF2B5EF4-FFF2-40B4-BE49-F238E27FC236}">
                  <a16:creationId xmlns:a16="http://schemas.microsoft.com/office/drawing/2014/main" id="{0BD0B375-080E-4432-ADA0-F5B48B4D3A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16800" y="5411788"/>
              <a:ext cx="0" cy="23495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81" name="Line 42">
              <a:extLst>
                <a:ext uri="{FF2B5EF4-FFF2-40B4-BE49-F238E27FC236}">
                  <a16:creationId xmlns:a16="http://schemas.microsoft.com/office/drawing/2014/main" id="{BF74192F-F1C2-491E-8327-BDCED5E7FB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6125" y="5419725"/>
              <a:ext cx="0" cy="23495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82" name="Line 64">
              <a:extLst>
                <a:ext uri="{FF2B5EF4-FFF2-40B4-BE49-F238E27FC236}">
                  <a16:creationId xmlns:a16="http://schemas.microsoft.com/office/drawing/2014/main" id="{DA59DEE6-077F-49C9-AFDF-7D731C010A5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36713" y="5646738"/>
              <a:ext cx="36988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83" name="TextBox 56">
              <a:extLst>
                <a:ext uri="{FF2B5EF4-FFF2-40B4-BE49-F238E27FC236}">
                  <a16:creationId xmlns:a16="http://schemas.microsoft.com/office/drawing/2014/main" id="{448ECEE4-F20C-48C9-B0A1-C6E60EC5B3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9022" y="4114800"/>
              <a:ext cx="517525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800" b="0" dirty="0"/>
                <a:t>an0</a:t>
              </a:r>
              <a:endParaRPr lang="zh-CN" altLang="en-US" sz="1800" b="0" dirty="0"/>
            </a:p>
          </p:txBody>
        </p:sp>
        <p:sp>
          <p:nvSpPr>
            <p:cNvPr id="21584" name="TextBox 57">
              <a:extLst>
                <a:ext uri="{FF2B5EF4-FFF2-40B4-BE49-F238E27FC236}">
                  <a16:creationId xmlns:a16="http://schemas.microsoft.com/office/drawing/2014/main" id="{40C38D49-E9D8-4533-AE65-9BC924A9E0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06959" y="4510088"/>
              <a:ext cx="517525" cy="369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800" b="0"/>
                <a:t>an1</a:t>
              </a:r>
              <a:endParaRPr lang="zh-CN" altLang="en-US" sz="1800" b="0"/>
            </a:p>
          </p:txBody>
        </p:sp>
        <p:sp>
          <p:nvSpPr>
            <p:cNvPr id="21585" name="TextBox 56">
              <a:extLst>
                <a:ext uri="{FF2B5EF4-FFF2-40B4-BE49-F238E27FC236}">
                  <a16:creationId xmlns:a16="http://schemas.microsoft.com/office/drawing/2014/main" id="{32F87493-1173-4766-9104-16E734C32D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9022" y="4895850"/>
              <a:ext cx="517525" cy="368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800" b="0"/>
                <a:t>an2</a:t>
              </a:r>
              <a:endParaRPr lang="zh-CN" altLang="en-US" sz="1800" b="0"/>
            </a:p>
          </p:txBody>
        </p:sp>
        <p:sp>
          <p:nvSpPr>
            <p:cNvPr id="21586" name="TextBox 57">
              <a:extLst>
                <a:ext uri="{FF2B5EF4-FFF2-40B4-BE49-F238E27FC236}">
                  <a16:creationId xmlns:a16="http://schemas.microsoft.com/office/drawing/2014/main" id="{E3050079-E061-4268-829F-7BD66ED1B8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06959" y="5292725"/>
              <a:ext cx="517525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800" b="0"/>
                <a:t>an3</a:t>
              </a:r>
              <a:endParaRPr lang="zh-CN" altLang="en-US" sz="1800" b="0"/>
            </a:p>
          </p:txBody>
        </p:sp>
        <p:sp>
          <p:nvSpPr>
            <p:cNvPr id="21587" name="TextBox 57">
              <a:extLst>
                <a:ext uri="{FF2B5EF4-FFF2-40B4-BE49-F238E27FC236}">
                  <a16:creationId xmlns:a16="http://schemas.microsoft.com/office/drawing/2014/main" id="{AA178058-426C-47AF-9F68-C4FADE8DEE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01351" y="5773738"/>
              <a:ext cx="647744" cy="4128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algn="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800" b="0" dirty="0" err="1"/>
                <a:t>cn</a:t>
              </a:r>
              <a:endParaRPr lang="zh-CN" altLang="en-US" sz="1800" b="0" dirty="0"/>
            </a:p>
          </p:txBody>
        </p:sp>
        <p:sp>
          <p:nvSpPr>
            <p:cNvPr id="21588" name="TextBox 56">
              <a:extLst>
                <a:ext uri="{FF2B5EF4-FFF2-40B4-BE49-F238E27FC236}">
                  <a16:creationId xmlns:a16="http://schemas.microsoft.com/office/drawing/2014/main" id="{65824397-27A1-4308-8BED-E47B41A8AE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29183" y="3675062"/>
              <a:ext cx="466725" cy="368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800" b="0" dirty="0" err="1"/>
                <a:t>clk</a:t>
              </a:r>
              <a:endParaRPr lang="zh-CN" altLang="en-US" sz="1800" b="0" dirty="0"/>
            </a:p>
          </p:txBody>
        </p:sp>
        <p:grpSp>
          <p:nvGrpSpPr>
            <p:cNvPr id="21589" name="组合 279">
              <a:extLst>
                <a:ext uri="{FF2B5EF4-FFF2-40B4-BE49-F238E27FC236}">
                  <a16:creationId xmlns:a16="http://schemas.microsoft.com/office/drawing/2014/main" id="{5F12938C-2841-4E56-A79C-4CFBC1D6C9A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05870" y="5784893"/>
              <a:ext cx="6709444" cy="391075"/>
              <a:chOff x="1506243" y="5246407"/>
              <a:chExt cx="6709392" cy="327597"/>
            </a:xfrm>
          </p:grpSpPr>
          <p:sp>
            <p:nvSpPr>
              <p:cNvPr id="21591" name="Line 42">
                <a:extLst>
                  <a:ext uri="{FF2B5EF4-FFF2-40B4-BE49-F238E27FC236}">
                    <a16:creationId xmlns:a16="http://schemas.microsoft.com/office/drawing/2014/main" id="{D789AF0A-B7C8-442C-B3CD-52EAB8582F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32769" y="5295724"/>
                <a:ext cx="0" cy="23459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592" name="Line 64">
                <a:extLst>
                  <a:ext uri="{FF2B5EF4-FFF2-40B4-BE49-F238E27FC236}">
                    <a16:creationId xmlns:a16="http://schemas.microsoft.com/office/drawing/2014/main" id="{97A8212E-438E-4109-9DAD-F882BF5E996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643435" y="5298840"/>
                <a:ext cx="654769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593" name="Line 42">
                <a:extLst>
                  <a:ext uri="{FF2B5EF4-FFF2-40B4-BE49-F238E27FC236}">
                    <a16:creationId xmlns:a16="http://schemas.microsoft.com/office/drawing/2014/main" id="{7ED6AEDF-A24E-486E-B704-92E5428950F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02482" y="5298448"/>
                <a:ext cx="0" cy="23915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594" name="Line 66">
                <a:extLst>
                  <a:ext uri="{FF2B5EF4-FFF2-40B4-BE49-F238E27FC236}">
                    <a16:creationId xmlns:a16="http://schemas.microsoft.com/office/drawing/2014/main" id="{1FF5C146-1750-4021-83BB-39740F838DA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643435" y="5535285"/>
                <a:ext cx="65722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595" name="Line 42">
                <a:extLst>
                  <a:ext uri="{FF2B5EF4-FFF2-40B4-BE49-F238E27FC236}">
                    <a16:creationId xmlns:a16="http://schemas.microsoft.com/office/drawing/2014/main" id="{9C8EF5FC-C262-4360-AD8C-7616378312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416244" y="5295141"/>
                <a:ext cx="0" cy="23459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596" name="Line 42">
                <a:extLst>
                  <a:ext uri="{FF2B5EF4-FFF2-40B4-BE49-F238E27FC236}">
                    <a16:creationId xmlns:a16="http://schemas.microsoft.com/office/drawing/2014/main" id="{73BA6366-5F65-4EEF-B8D1-D17D7E65546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12596" y="5311699"/>
                <a:ext cx="0" cy="23459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597" name="Line 42">
                <a:extLst>
                  <a:ext uri="{FF2B5EF4-FFF2-40B4-BE49-F238E27FC236}">
                    <a16:creationId xmlns:a16="http://schemas.microsoft.com/office/drawing/2014/main" id="{42E3E779-78DD-4E64-8DB5-99BBA6E6105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82309" y="5314423"/>
                <a:ext cx="0" cy="23915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598" name="Line 42">
                <a:extLst>
                  <a:ext uri="{FF2B5EF4-FFF2-40B4-BE49-F238E27FC236}">
                    <a16:creationId xmlns:a16="http://schemas.microsoft.com/office/drawing/2014/main" id="{D4EB4DBC-7BF6-42FA-A239-191D5AC314C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861120" y="5311699"/>
                <a:ext cx="0" cy="23459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599" name="Line 42">
                <a:extLst>
                  <a:ext uri="{FF2B5EF4-FFF2-40B4-BE49-F238E27FC236}">
                    <a16:creationId xmlns:a16="http://schemas.microsoft.com/office/drawing/2014/main" id="{BBC76315-DCA4-48A3-A503-DFE8E06097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649608" y="5314423"/>
                <a:ext cx="0" cy="23915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600" name="Line 42">
                <a:extLst>
                  <a:ext uri="{FF2B5EF4-FFF2-40B4-BE49-F238E27FC236}">
                    <a16:creationId xmlns:a16="http://schemas.microsoft.com/office/drawing/2014/main" id="{059A0EA9-2B9A-4C77-B24B-E8863F07B6C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8266" y="5311699"/>
                <a:ext cx="0" cy="23459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601" name="TextBox 57">
                <a:extLst>
                  <a:ext uri="{FF2B5EF4-FFF2-40B4-BE49-F238E27FC236}">
                    <a16:creationId xmlns:a16="http://schemas.microsoft.com/office/drawing/2014/main" id="{01E25198-2BC4-4697-8863-BA1DED5D68B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29342" y="5247358"/>
                <a:ext cx="565223" cy="3170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600" b="0">
                    <a:latin typeface="Arial Narrow" panose="020B0606020202030204" pitchFamily="34" charset="0"/>
                  </a:rPr>
                  <a:t>‘4’</a:t>
                </a:r>
                <a:endParaRPr lang="zh-CN" altLang="en-US" sz="1600" b="0">
                  <a:latin typeface="Arial Narrow" panose="020B0606020202030204" pitchFamily="34" charset="0"/>
                </a:endParaRPr>
              </a:p>
            </p:txBody>
          </p:sp>
          <p:sp>
            <p:nvSpPr>
              <p:cNvPr id="21602" name="TextBox 57">
                <a:extLst>
                  <a:ext uri="{FF2B5EF4-FFF2-40B4-BE49-F238E27FC236}">
                    <a16:creationId xmlns:a16="http://schemas.microsoft.com/office/drawing/2014/main" id="{303788F6-420C-4F58-8BFC-38224407999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49706" y="5247351"/>
                <a:ext cx="565223" cy="3170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600" b="0">
                    <a:latin typeface="Arial Narrow" panose="020B0606020202030204" pitchFamily="34" charset="0"/>
                  </a:rPr>
                  <a:t>‘3’</a:t>
                </a:r>
                <a:endParaRPr lang="zh-CN" altLang="en-US" sz="1600" b="0">
                  <a:latin typeface="Arial Narrow" panose="020B0606020202030204" pitchFamily="34" charset="0"/>
                </a:endParaRPr>
              </a:p>
            </p:txBody>
          </p:sp>
          <p:sp>
            <p:nvSpPr>
              <p:cNvPr id="21603" name="TextBox 57">
                <a:extLst>
                  <a:ext uri="{FF2B5EF4-FFF2-40B4-BE49-F238E27FC236}">
                    <a16:creationId xmlns:a16="http://schemas.microsoft.com/office/drawing/2014/main" id="{E0F97138-CF2F-4CBB-9443-1984457CB94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08778" y="5246407"/>
                <a:ext cx="565223" cy="3170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600" b="0">
                    <a:latin typeface="Arial Narrow" panose="020B0606020202030204" pitchFamily="34" charset="0"/>
                  </a:rPr>
                  <a:t>‘2’</a:t>
                </a:r>
                <a:endParaRPr lang="zh-CN" altLang="en-US" sz="1600" b="0">
                  <a:latin typeface="Arial Narrow" panose="020B0606020202030204" pitchFamily="34" charset="0"/>
                </a:endParaRPr>
              </a:p>
            </p:txBody>
          </p:sp>
          <p:sp>
            <p:nvSpPr>
              <p:cNvPr id="21604" name="TextBox 57">
                <a:extLst>
                  <a:ext uri="{FF2B5EF4-FFF2-40B4-BE49-F238E27FC236}">
                    <a16:creationId xmlns:a16="http://schemas.microsoft.com/office/drawing/2014/main" id="{E4F056B0-8B3C-4000-929B-0992B12C68C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87277" y="5246408"/>
                <a:ext cx="565223" cy="3170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600" b="0">
                    <a:latin typeface="Arial Narrow" panose="020B0606020202030204" pitchFamily="34" charset="0"/>
                  </a:rPr>
                  <a:t>‘1’</a:t>
                </a:r>
                <a:endParaRPr lang="zh-CN" altLang="en-US" sz="1600" b="0">
                  <a:latin typeface="Arial Narrow" panose="020B0606020202030204" pitchFamily="34" charset="0"/>
                </a:endParaRPr>
              </a:p>
            </p:txBody>
          </p:sp>
          <p:sp>
            <p:nvSpPr>
              <p:cNvPr id="21605" name="TextBox 57">
                <a:extLst>
                  <a:ext uri="{FF2B5EF4-FFF2-40B4-BE49-F238E27FC236}">
                    <a16:creationId xmlns:a16="http://schemas.microsoft.com/office/drawing/2014/main" id="{C846120B-E79C-486F-85ED-752AEFE9BA7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066284" y="5248096"/>
                <a:ext cx="565223" cy="3170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600" b="0">
                    <a:latin typeface="Arial Narrow" panose="020B0606020202030204" pitchFamily="34" charset="0"/>
                  </a:rPr>
                  <a:t>‘4’</a:t>
                </a:r>
                <a:endParaRPr lang="zh-CN" altLang="en-US" sz="1600" b="0">
                  <a:latin typeface="Arial Narrow" panose="020B0606020202030204" pitchFamily="34" charset="0"/>
                </a:endParaRPr>
              </a:p>
            </p:txBody>
          </p:sp>
          <p:sp>
            <p:nvSpPr>
              <p:cNvPr id="21606" name="TextBox 57">
                <a:extLst>
                  <a:ext uri="{FF2B5EF4-FFF2-40B4-BE49-F238E27FC236}">
                    <a16:creationId xmlns:a16="http://schemas.microsoft.com/office/drawing/2014/main" id="{208DF240-3A46-4C60-808A-31F7D1E3BCC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910962" y="5248096"/>
                <a:ext cx="565223" cy="3170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600" b="0">
                    <a:latin typeface="Arial Narrow" panose="020B0606020202030204" pitchFamily="34" charset="0"/>
                  </a:rPr>
                  <a:t>‘3’</a:t>
                </a:r>
                <a:endParaRPr lang="zh-CN" altLang="en-US" sz="1600" b="0">
                  <a:latin typeface="Arial Narrow" panose="020B0606020202030204" pitchFamily="34" charset="0"/>
                </a:endParaRPr>
              </a:p>
            </p:txBody>
          </p:sp>
          <p:sp>
            <p:nvSpPr>
              <p:cNvPr id="21607" name="TextBox 57">
                <a:extLst>
                  <a:ext uri="{FF2B5EF4-FFF2-40B4-BE49-F238E27FC236}">
                    <a16:creationId xmlns:a16="http://schemas.microsoft.com/office/drawing/2014/main" id="{4F3C8F9F-807B-4C27-9A0F-B2E9244E80A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614970" y="5247143"/>
                <a:ext cx="565223" cy="3170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600" b="0">
                    <a:latin typeface="Arial Narrow" panose="020B0606020202030204" pitchFamily="34" charset="0"/>
                  </a:rPr>
                  <a:t>‘2’</a:t>
                </a:r>
                <a:endParaRPr lang="zh-CN" altLang="en-US" sz="1600" b="0">
                  <a:latin typeface="Arial Narrow" panose="020B0606020202030204" pitchFamily="34" charset="0"/>
                </a:endParaRPr>
              </a:p>
            </p:txBody>
          </p:sp>
          <p:sp>
            <p:nvSpPr>
              <p:cNvPr id="21608" name="TextBox 57">
                <a:extLst>
                  <a:ext uri="{FF2B5EF4-FFF2-40B4-BE49-F238E27FC236}">
                    <a16:creationId xmlns:a16="http://schemas.microsoft.com/office/drawing/2014/main" id="{2935E82A-81BF-4569-A7A8-7AC2F06CB72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505571" y="5247143"/>
                <a:ext cx="565223" cy="3170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600" b="0">
                    <a:latin typeface="Arial Narrow" panose="020B0606020202030204" pitchFamily="34" charset="0"/>
                  </a:rPr>
                  <a:t>‘1’</a:t>
                </a:r>
                <a:endParaRPr lang="zh-CN" altLang="en-US" sz="1600" b="0">
                  <a:latin typeface="Arial Narrow" panose="020B0606020202030204" pitchFamily="34" charset="0"/>
                </a:endParaRPr>
              </a:p>
            </p:txBody>
          </p:sp>
          <p:sp>
            <p:nvSpPr>
              <p:cNvPr id="264" name="TextBox 57">
                <a:extLst>
                  <a:ext uri="{FF2B5EF4-FFF2-40B4-BE49-F238E27FC236}">
                    <a16:creationId xmlns:a16="http://schemas.microsoft.com/office/drawing/2014/main" id="{D3703729-DBFF-4E1D-8777-FE128E2D23C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06243" y="5256965"/>
                <a:ext cx="565224" cy="3170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600" b="0">
                    <a:latin typeface="Arial Narrow" panose="020B0606020202030204" pitchFamily="34" charset="0"/>
                  </a:rPr>
                  <a:t>‘1’</a:t>
                </a:r>
                <a:endParaRPr lang="zh-CN" altLang="en-US" sz="1600" b="0">
                  <a:latin typeface="Arial Narrow" panose="020B0606020202030204" pitchFamily="34" charset="0"/>
                </a:endParaRPr>
              </a:p>
            </p:txBody>
          </p:sp>
        </p:grpSp>
        <p:sp>
          <p:nvSpPr>
            <p:cNvPr id="21590" name="TextBox 56">
              <a:extLst>
                <a:ext uri="{FF2B5EF4-FFF2-40B4-BE49-F238E27FC236}">
                  <a16:creationId xmlns:a16="http://schemas.microsoft.com/office/drawing/2014/main" id="{43BDEF1E-1CAD-4182-9A79-5D99908164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92196" y="3246958"/>
              <a:ext cx="1890712" cy="369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1800" b="0"/>
                <a:t>刷新周期</a:t>
              </a:r>
              <a:r>
                <a:rPr lang="en-US" altLang="zh-CN" sz="1800" b="0"/>
                <a:t>1~20ms</a:t>
              </a:r>
              <a:endParaRPr lang="zh-CN" altLang="en-US" sz="1800" b="0"/>
            </a:p>
          </p:txBody>
        </p: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842537A7-8337-47D2-85F0-2C02E3B92324}"/>
              </a:ext>
            </a:extLst>
          </p:cNvPr>
          <p:cNvGrpSpPr/>
          <p:nvPr/>
        </p:nvGrpSpPr>
        <p:grpSpPr>
          <a:xfrm>
            <a:off x="6378623" y="1371721"/>
            <a:ext cx="2296459" cy="1741173"/>
            <a:chOff x="6158119" y="1381125"/>
            <a:chExt cx="2296459" cy="1741173"/>
          </a:xfrm>
        </p:grpSpPr>
        <p:sp>
          <p:nvSpPr>
            <p:cNvPr id="21513" name="TextBox 7">
              <a:extLst>
                <a:ext uri="{FF2B5EF4-FFF2-40B4-BE49-F238E27FC236}">
                  <a16:creationId xmlns:a16="http://schemas.microsoft.com/office/drawing/2014/main" id="{8AA068DB-96D4-47E0-B389-D2F84C2C1A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22801" y="1428526"/>
              <a:ext cx="687659" cy="169377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800" b="0"/>
                <a:t>DIS</a:t>
              </a:r>
              <a:endParaRPr lang="zh-CN" altLang="en-US" sz="1800" b="0"/>
            </a:p>
          </p:txBody>
        </p:sp>
        <p:cxnSp>
          <p:nvCxnSpPr>
            <p:cNvPr id="233" name="直接连接符 232">
              <a:extLst>
                <a:ext uri="{FF2B5EF4-FFF2-40B4-BE49-F238E27FC236}">
                  <a16:creationId xmlns:a16="http://schemas.microsoft.com/office/drawing/2014/main" id="{E78E7822-14EC-44FF-90DF-3B4C3DB7155E}"/>
                </a:ext>
              </a:extLst>
            </p:cNvPr>
            <p:cNvCxnSpPr/>
            <p:nvPr/>
          </p:nvCxnSpPr>
          <p:spPr bwMode="auto">
            <a:xfrm>
              <a:off x="6545726" y="1657350"/>
              <a:ext cx="376446" cy="158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直接连接符 233">
              <a:extLst>
                <a:ext uri="{FF2B5EF4-FFF2-40B4-BE49-F238E27FC236}">
                  <a16:creationId xmlns:a16="http://schemas.microsoft.com/office/drawing/2014/main" id="{42A86EB9-36C1-4AF1-A325-C95D47E33E10}"/>
                </a:ext>
              </a:extLst>
            </p:cNvPr>
            <p:cNvCxnSpPr/>
            <p:nvPr/>
          </p:nvCxnSpPr>
          <p:spPr bwMode="auto">
            <a:xfrm rot="16200000" flipH="1">
              <a:off x="6688614" y="1621714"/>
              <a:ext cx="92075" cy="7444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516" name="TextBox 16">
              <a:extLst>
                <a:ext uri="{FF2B5EF4-FFF2-40B4-BE49-F238E27FC236}">
                  <a16:creationId xmlns:a16="http://schemas.microsoft.com/office/drawing/2014/main" id="{D97E8050-052E-402B-8A33-2372C8CC0F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66397" y="1381125"/>
              <a:ext cx="287258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="0"/>
                <a:t>4</a:t>
              </a:r>
              <a:endParaRPr lang="zh-CN" altLang="en-US" sz="1600" b="0"/>
            </a:p>
          </p:txBody>
        </p:sp>
        <p:sp>
          <p:nvSpPr>
            <p:cNvPr id="21517" name="TextBox 17">
              <a:extLst>
                <a:ext uri="{FF2B5EF4-FFF2-40B4-BE49-F238E27FC236}">
                  <a16:creationId xmlns:a16="http://schemas.microsoft.com/office/drawing/2014/main" id="{BDF0134A-F453-4546-B7FA-B2A890D90B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81397" y="1479631"/>
              <a:ext cx="389850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="0"/>
                <a:t>d0</a:t>
              </a:r>
              <a:endParaRPr lang="zh-CN" altLang="en-US" sz="1600" b="0"/>
            </a:p>
          </p:txBody>
        </p:sp>
        <p:cxnSp>
          <p:nvCxnSpPr>
            <p:cNvPr id="237" name="直接连接符 236">
              <a:extLst>
                <a:ext uri="{FF2B5EF4-FFF2-40B4-BE49-F238E27FC236}">
                  <a16:creationId xmlns:a16="http://schemas.microsoft.com/office/drawing/2014/main" id="{ADB0685B-9D86-44DD-BDD7-D293F9659926}"/>
                </a:ext>
              </a:extLst>
            </p:cNvPr>
            <p:cNvCxnSpPr/>
            <p:nvPr/>
          </p:nvCxnSpPr>
          <p:spPr bwMode="auto">
            <a:xfrm>
              <a:off x="6541512" y="1981200"/>
              <a:ext cx="375042" cy="158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直接连接符 237">
              <a:extLst>
                <a:ext uri="{FF2B5EF4-FFF2-40B4-BE49-F238E27FC236}">
                  <a16:creationId xmlns:a16="http://schemas.microsoft.com/office/drawing/2014/main" id="{2EBA81F4-8AF8-4635-82F4-9B8ED005A1C5}"/>
                </a:ext>
              </a:extLst>
            </p:cNvPr>
            <p:cNvCxnSpPr/>
            <p:nvPr/>
          </p:nvCxnSpPr>
          <p:spPr bwMode="auto">
            <a:xfrm rot="16200000" flipH="1">
              <a:off x="6682996" y="1945564"/>
              <a:ext cx="92075" cy="7444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520" name="TextBox 20">
              <a:extLst>
                <a:ext uri="{FF2B5EF4-FFF2-40B4-BE49-F238E27FC236}">
                  <a16:creationId xmlns:a16="http://schemas.microsoft.com/office/drawing/2014/main" id="{C18BF70D-6C43-4848-BBF9-BC1CCC2E03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60941" y="1704838"/>
              <a:ext cx="287258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="0"/>
                <a:t>4</a:t>
              </a:r>
              <a:endParaRPr lang="zh-CN" altLang="en-US" sz="1600" b="0"/>
            </a:p>
          </p:txBody>
        </p:sp>
        <p:sp>
          <p:nvSpPr>
            <p:cNvPr id="21521" name="TextBox 21">
              <a:extLst>
                <a:ext uri="{FF2B5EF4-FFF2-40B4-BE49-F238E27FC236}">
                  <a16:creationId xmlns:a16="http://schemas.microsoft.com/office/drawing/2014/main" id="{09474813-8347-490A-BD3C-880F28E118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75941" y="1803344"/>
              <a:ext cx="389850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="0"/>
                <a:t>d1</a:t>
              </a:r>
              <a:endParaRPr lang="zh-CN" altLang="en-US" sz="1600" b="0"/>
            </a:p>
          </p:txBody>
        </p:sp>
        <p:cxnSp>
          <p:nvCxnSpPr>
            <p:cNvPr id="241" name="直接连接符 240">
              <a:extLst>
                <a:ext uri="{FF2B5EF4-FFF2-40B4-BE49-F238E27FC236}">
                  <a16:creationId xmlns:a16="http://schemas.microsoft.com/office/drawing/2014/main" id="{ED6DC061-18FB-42A0-9189-FA6C8C22CC65}"/>
                </a:ext>
              </a:extLst>
            </p:cNvPr>
            <p:cNvCxnSpPr/>
            <p:nvPr/>
          </p:nvCxnSpPr>
          <p:spPr bwMode="auto">
            <a:xfrm>
              <a:off x="6545726" y="2298700"/>
              <a:ext cx="37644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直接连接符 241">
              <a:extLst>
                <a:ext uri="{FF2B5EF4-FFF2-40B4-BE49-F238E27FC236}">
                  <a16:creationId xmlns:a16="http://schemas.microsoft.com/office/drawing/2014/main" id="{78E95BA7-F2A5-4EC7-B221-B2DD11FEA8FA}"/>
                </a:ext>
              </a:extLst>
            </p:cNvPr>
            <p:cNvCxnSpPr/>
            <p:nvPr/>
          </p:nvCxnSpPr>
          <p:spPr bwMode="auto">
            <a:xfrm rot="16200000" flipH="1">
              <a:off x="6687821" y="2262270"/>
              <a:ext cx="93662" cy="7444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524" name="TextBox 24">
              <a:extLst>
                <a:ext uri="{FF2B5EF4-FFF2-40B4-BE49-F238E27FC236}">
                  <a16:creationId xmlns:a16="http://schemas.microsoft.com/office/drawing/2014/main" id="{9A291917-90FC-4D73-B6B7-D5831B33F2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66397" y="2021920"/>
              <a:ext cx="287258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="0"/>
                <a:t>4</a:t>
              </a:r>
              <a:endParaRPr lang="zh-CN" altLang="en-US" sz="1600" b="0"/>
            </a:p>
          </p:txBody>
        </p:sp>
        <p:sp>
          <p:nvSpPr>
            <p:cNvPr id="21525" name="TextBox 25">
              <a:extLst>
                <a:ext uri="{FF2B5EF4-FFF2-40B4-BE49-F238E27FC236}">
                  <a16:creationId xmlns:a16="http://schemas.microsoft.com/office/drawing/2014/main" id="{473FA0DA-77B4-425A-A55C-113FFE2926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81397" y="2120427"/>
              <a:ext cx="389850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="0"/>
                <a:t>d2</a:t>
              </a:r>
              <a:endParaRPr lang="zh-CN" altLang="en-US" sz="1600" b="0"/>
            </a:p>
          </p:txBody>
        </p:sp>
        <p:cxnSp>
          <p:nvCxnSpPr>
            <p:cNvPr id="245" name="直接连接符 244">
              <a:extLst>
                <a:ext uri="{FF2B5EF4-FFF2-40B4-BE49-F238E27FC236}">
                  <a16:creationId xmlns:a16="http://schemas.microsoft.com/office/drawing/2014/main" id="{3EED3A9C-9C59-4AF2-90E4-16ADBD9328B0}"/>
                </a:ext>
              </a:extLst>
            </p:cNvPr>
            <p:cNvCxnSpPr/>
            <p:nvPr/>
          </p:nvCxnSpPr>
          <p:spPr bwMode="auto">
            <a:xfrm>
              <a:off x="6541512" y="2622550"/>
              <a:ext cx="375042" cy="158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直接连接符 245">
              <a:extLst>
                <a:ext uri="{FF2B5EF4-FFF2-40B4-BE49-F238E27FC236}">
                  <a16:creationId xmlns:a16="http://schemas.microsoft.com/office/drawing/2014/main" id="{464A22E9-3D4A-4498-BE46-133FEFD24DBC}"/>
                </a:ext>
              </a:extLst>
            </p:cNvPr>
            <p:cNvCxnSpPr/>
            <p:nvPr/>
          </p:nvCxnSpPr>
          <p:spPr bwMode="auto">
            <a:xfrm rot="16200000" flipH="1">
              <a:off x="6682996" y="2586914"/>
              <a:ext cx="92075" cy="7444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528" name="TextBox 28">
              <a:extLst>
                <a:ext uri="{FF2B5EF4-FFF2-40B4-BE49-F238E27FC236}">
                  <a16:creationId xmlns:a16="http://schemas.microsoft.com/office/drawing/2014/main" id="{2DABD504-6750-4B28-B918-043A0A7574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60941" y="2345634"/>
              <a:ext cx="287258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="0"/>
                <a:t>4</a:t>
              </a:r>
              <a:endParaRPr lang="zh-CN" altLang="en-US" sz="1600" b="0"/>
            </a:p>
          </p:txBody>
        </p:sp>
        <p:sp>
          <p:nvSpPr>
            <p:cNvPr id="21529" name="TextBox 29">
              <a:extLst>
                <a:ext uri="{FF2B5EF4-FFF2-40B4-BE49-F238E27FC236}">
                  <a16:creationId xmlns:a16="http://schemas.microsoft.com/office/drawing/2014/main" id="{2E444EA0-BA44-40A4-B7C3-49448C6CA2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75941" y="2444140"/>
              <a:ext cx="389850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="0"/>
                <a:t>d3</a:t>
              </a:r>
              <a:endParaRPr lang="zh-CN" altLang="en-US" sz="1600" b="0"/>
            </a:p>
          </p:txBody>
        </p:sp>
        <p:cxnSp>
          <p:nvCxnSpPr>
            <p:cNvPr id="249" name="直接连接符 248">
              <a:extLst>
                <a:ext uri="{FF2B5EF4-FFF2-40B4-BE49-F238E27FC236}">
                  <a16:creationId xmlns:a16="http://schemas.microsoft.com/office/drawing/2014/main" id="{F23905C1-9E1F-4E21-85FA-AA906148E912}"/>
                </a:ext>
              </a:extLst>
            </p:cNvPr>
            <p:cNvCxnSpPr/>
            <p:nvPr/>
          </p:nvCxnSpPr>
          <p:spPr bwMode="auto">
            <a:xfrm>
              <a:off x="6541512" y="2919413"/>
              <a:ext cx="375042" cy="158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531" name="TextBox 31">
              <a:extLst>
                <a:ext uri="{FF2B5EF4-FFF2-40B4-BE49-F238E27FC236}">
                  <a16:creationId xmlns:a16="http://schemas.microsoft.com/office/drawing/2014/main" id="{185F1BD1-C2A2-44EB-AC9D-D971426EDF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58119" y="2741337"/>
              <a:ext cx="436338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="0" dirty="0" err="1"/>
                <a:t>clk</a:t>
              </a:r>
              <a:endParaRPr lang="zh-CN" altLang="en-US" sz="1600" b="0" dirty="0"/>
            </a:p>
          </p:txBody>
        </p:sp>
        <p:cxnSp>
          <p:nvCxnSpPr>
            <p:cNvPr id="251" name="直接连接符 250">
              <a:extLst>
                <a:ext uri="{FF2B5EF4-FFF2-40B4-BE49-F238E27FC236}">
                  <a16:creationId xmlns:a16="http://schemas.microsoft.com/office/drawing/2014/main" id="{FB24CCFF-8A7D-40A7-851D-EBBA64E9ACD4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621505" y="1658938"/>
              <a:ext cx="350711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533" name="TextBox 35">
              <a:extLst>
                <a:ext uri="{FF2B5EF4-FFF2-40B4-BE49-F238E27FC236}">
                  <a16:creationId xmlns:a16="http://schemas.microsoft.com/office/drawing/2014/main" id="{6BA17988-378C-4BF8-AFED-4BCA4BE2BF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73356" y="1458152"/>
              <a:ext cx="481222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="0"/>
                <a:t>an0</a:t>
              </a:r>
              <a:endParaRPr lang="zh-CN" altLang="en-US" sz="1600" b="0"/>
            </a:p>
          </p:txBody>
        </p:sp>
        <p:cxnSp>
          <p:nvCxnSpPr>
            <p:cNvPr id="253" name="直接连接符 252">
              <a:extLst>
                <a:ext uri="{FF2B5EF4-FFF2-40B4-BE49-F238E27FC236}">
                  <a16:creationId xmlns:a16="http://schemas.microsoft.com/office/drawing/2014/main" id="{E22D11BE-D956-49CA-B914-375BD523389C}"/>
                </a:ext>
              </a:extLst>
            </p:cNvPr>
            <p:cNvCxnSpPr/>
            <p:nvPr/>
          </p:nvCxnSpPr>
          <p:spPr bwMode="auto">
            <a:xfrm>
              <a:off x="7614665" y="1982788"/>
              <a:ext cx="376446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535" name="TextBox 39">
              <a:extLst>
                <a:ext uri="{FF2B5EF4-FFF2-40B4-BE49-F238E27FC236}">
                  <a16:creationId xmlns:a16="http://schemas.microsoft.com/office/drawing/2014/main" id="{367DAB1F-C418-4CD2-8409-BE62068F3C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67901" y="1781865"/>
              <a:ext cx="481222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="0"/>
                <a:t>an1</a:t>
              </a:r>
              <a:endParaRPr lang="zh-CN" altLang="en-US" sz="1600" b="0"/>
            </a:p>
          </p:txBody>
        </p:sp>
        <p:cxnSp>
          <p:nvCxnSpPr>
            <p:cNvPr id="255" name="直接连接符 254">
              <a:extLst>
                <a:ext uri="{FF2B5EF4-FFF2-40B4-BE49-F238E27FC236}">
                  <a16:creationId xmlns:a16="http://schemas.microsoft.com/office/drawing/2014/main" id="{7ECBE1B0-4E74-4F98-A0B8-139DC3C60533}"/>
                </a:ext>
              </a:extLst>
            </p:cNvPr>
            <p:cNvCxnSpPr/>
            <p:nvPr/>
          </p:nvCxnSpPr>
          <p:spPr bwMode="auto">
            <a:xfrm>
              <a:off x="7602284" y="2298700"/>
              <a:ext cx="376446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537" name="TextBox 43">
              <a:extLst>
                <a:ext uri="{FF2B5EF4-FFF2-40B4-BE49-F238E27FC236}">
                  <a16:creationId xmlns:a16="http://schemas.microsoft.com/office/drawing/2014/main" id="{92BA8276-BC42-4859-A0CF-3DC4F41D26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73356" y="2098948"/>
              <a:ext cx="481222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="0"/>
                <a:t>an2</a:t>
              </a:r>
              <a:endParaRPr lang="zh-CN" altLang="en-US" sz="1600" b="0"/>
            </a:p>
          </p:txBody>
        </p:sp>
        <p:cxnSp>
          <p:nvCxnSpPr>
            <p:cNvPr id="257" name="直接连接符 256">
              <a:extLst>
                <a:ext uri="{FF2B5EF4-FFF2-40B4-BE49-F238E27FC236}">
                  <a16:creationId xmlns:a16="http://schemas.microsoft.com/office/drawing/2014/main" id="{B50CAD36-23C0-41D9-81EC-582E2F09346B}"/>
                </a:ext>
              </a:extLst>
            </p:cNvPr>
            <p:cNvCxnSpPr/>
            <p:nvPr/>
          </p:nvCxnSpPr>
          <p:spPr bwMode="auto">
            <a:xfrm>
              <a:off x="7614665" y="2624138"/>
              <a:ext cx="376446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直接连接符 257">
              <a:extLst>
                <a:ext uri="{FF2B5EF4-FFF2-40B4-BE49-F238E27FC236}">
                  <a16:creationId xmlns:a16="http://schemas.microsoft.com/office/drawing/2014/main" id="{8ED8BA37-9510-4417-BB93-DFF0EA1A07CF}"/>
                </a:ext>
              </a:extLst>
            </p:cNvPr>
            <p:cNvCxnSpPr/>
            <p:nvPr/>
          </p:nvCxnSpPr>
          <p:spPr bwMode="auto">
            <a:xfrm rot="16200000" flipH="1">
              <a:off x="7756057" y="2885456"/>
              <a:ext cx="93663" cy="7585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540" name="TextBox 46">
              <a:extLst>
                <a:ext uri="{FF2B5EF4-FFF2-40B4-BE49-F238E27FC236}">
                  <a16:creationId xmlns:a16="http://schemas.microsoft.com/office/drawing/2014/main" id="{CBC30FAD-763F-4EDA-91E4-35D95BCE3E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34697" y="2645040"/>
              <a:ext cx="287258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="0"/>
                <a:t>7</a:t>
              </a:r>
              <a:endParaRPr lang="zh-CN" altLang="en-US" sz="1600" b="0"/>
            </a:p>
          </p:txBody>
        </p:sp>
        <p:sp>
          <p:nvSpPr>
            <p:cNvPr id="21541" name="TextBox 47">
              <a:extLst>
                <a:ext uri="{FF2B5EF4-FFF2-40B4-BE49-F238E27FC236}">
                  <a16:creationId xmlns:a16="http://schemas.microsoft.com/office/drawing/2014/main" id="{81BECC7C-6F5C-47C4-9804-90542EDD47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67901" y="2422661"/>
              <a:ext cx="481222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="0"/>
                <a:t>an3</a:t>
              </a:r>
              <a:endParaRPr lang="zh-CN" altLang="en-US" sz="1600" b="0"/>
            </a:p>
          </p:txBody>
        </p:sp>
        <p:cxnSp>
          <p:nvCxnSpPr>
            <p:cNvPr id="261" name="直接连接符 260">
              <a:extLst>
                <a:ext uri="{FF2B5EF4-FFF2-40B4-BE49-F238E27FC236}">
                  <a16:creationId xmlns:a16="http://schemas.microsoft.com/office/drawing/2014/main" id="{2F80FA35-8AC2-410A-8057-5BDB0E332DBA}"/>
                </a:ext>
              </a:extLst>
            </p:cNvPr>
            <p:cNvCxnSpPr/>
            <p:nvPr/>
          </p:nvCxnSpPr>
          <p:spPr bwMode="auto">
            <a:xfrm>
              <a:off x="7614665" y="2921000"/>
              <a:ext cx="37644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543" name="TextBox 49">
              <a:extLst>
                <a:ext uri="{FF2B5EF4-FFF2-40B4-BE49-F238E27FC236}">
                  <a16:creationId xmlns:a16="http://schemas.microsoft.com/office/drawing/2014/main" id="{32D306CB-65A1-42C8-A9D0-D8AE2153B8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08996" y="2721162"/>
              <a:ext cx="378630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="0"/>
                <a:t>cn</a:t>
              </a:r>
              <a:endParaRPr lang="zh-CN" altLang="en-US" sz="1600" b="0" dirty="0"/>
            </a:p>
          </p:txBody>
        </p:sp>
      </p:grpSp>
      <p:grpSp>
        <p:nvGrpSpPr>
          <p:cNvPr id="290" name="组合 289">
            <a:extLst>
              <a:ext uri="{FF2B5EF4-FFF2-40B4-BE49-F238E27FC236}">
                <a16:creationId xmlns:a16="http://schemas.microsoft.com/office/drawing/2014/main" id="{2577499A-E5E1-4445-A7DC-59554909E82F}"/>
              </a:ext>
            </a:extLst>
          </p:cNvPr>
          <p:cNvGrpSpPr/>
          <p:nvPr/>
        </p:nvGrpSpPr>
        <p:grpSpPr>
          <a:xfrm>
            <a:off x="3047552" y="1459931"/>
            <a:ext cx="2996906" cy="1226652"/>
            <a:chOff x="3933621" y="1078840"/>
            <a:chExt cx="4361064" cy="1785011"/>
          </a:xfrm>
        </p:grpSpPr>
        <p:sp>
          <p:nvSpPr>
            <p:cNvPr id="291" name="TextBox 78">
              <a:extLst>
                <a:ext uri="{FF2B5EF4-FFF2-40B4-BE49-F238E27FC236}">
                  <a16:creationId xmlns:a16="http://schemas.microsoft.com/office/drawing/2014/main" id="{CE8D627B-EBA9-43CF-8655-48A3ED5091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52112" y="2456955"/>
              <a:ext cx="273672" cy="3071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800" b="0">
                  <a:solidFill>
                    <a:srgbClr val="000000"/>
                  </a:solidFill>
                </a:rPr>
                <a:t>g</a:t>
              </a:r>
              <a:endParaRPr lang="zh-CN" altLang="en-US" sz="1800" b="0">
                <a:solidFill>
                  <a:srgbClr val="000000"/>
                </a:solidFill>
              </a:endParaRPr>
            </a:p>
          </p:txBody>
        </p:sp>
        <p:sp>
          <p:nvSpPr>
            <p:cNvPr id="292" name="TextBox 78">
              <a:extLst>
                <a:ext uri="{FF2B5EF4-FFF2-40B4-BE49-F238E27FC236}">
                  <a16:creationId xmlns:a16="http://schemas.microsoft.com/office/drawing/2014/main" id="{01A2FC90-2BCA-469D-87D8-A4AE15D48B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50891" y="1608941"/>
              <a:ext cx="273672" cy="3071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800" b="0" dirty="0">
                  <a:solidFill>
                    <a:srgbClr val="000000"/>
                  </a:solidFill>
                </a:rPr>
                <a:t>a</a:t>
              </a:r>
              <a:endParaRPr lang="zh-CN" altLang="en-US" sz="1800" b="0" dirty="0">
                <a:solidFill>
                  <a:srgbClr val="000000"/>
                </a:solidFill>
              </a:endParaRPr>
            </a:p>
          </p:txBody>
        </p:sp>
        <p:sp>
          <p:nvSpPr>
            <p:cNvPr id="293" name="TextBox 78">
              <a:extLst>
                <a:ext uri="{FF2B5EF4-FFF2-40B4-BE49-F238E27FC236}">
                  <a16:creationId xmlns:a16="http://schemas.microsoft.com/office/drawing/2014/main" id="{B07CBDBF-1ED6-4BFD-92BA-0EB05DD3C2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42502" y="1901748"/>
              <a:ext cx="273672" cy="3071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800" b="0" dirty="0">
                  <a:solidFill>
                    <a:srgbClr val="000000"/>
                  </a:solidFill>
                </a:rPr>
                <a:t>b</a:t>
              </a:r>
              <a:endParaRPr lang="zh-CN" altLang="en-US" sz="1800" b="0" dirty="0">
                <a:solidFill>
                  <a:srgbClr val="000000"/>
                </a:solidFill>
              </a:endParaRPr>
            </a:p>
          </p:txBody>
        </p:sp>
        <p:sp>
          <p:nvSpPr>
            <p:cNvPr id="294" name="TextBox 78">
              <a:extLst>
                <a:ext uri="{FF2B5EF4-FFF2-40B4-BE49-F238E27FC236}">
                  <a16:creationId xmlns:a16="http://schemas.microsoft.com/office/drawing/2014/main" id="{96E1EF51-DE7B-49FB-9133-B77006A564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3621" y="2272363"/>
              <a:ext cx="273672" cy="3071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800" b="0" dirty="0">
                  <a:solidFill>
                    <a:srgbClr val="000000"/>
                  </a:solidFill>
                </a:rPr>
                <a:t>f</a:t>
              </a:r>
              <a:endParaRPr lang="zh-CN" altLang="en-US" sz="1800" b="0" dirty="0">
                <a:solidFill>
                  <a:srgbClr val="000000"/>
                </a:solidFill>
              </a:endParaRPr>
            </a:p>
          </p:txBody>
        </p:sp>
        <p:grpSp>
          <p:nvGrpSpPr>
            <p:cNvPr id="295" name="组合 294">
              <a:extLst>
                <a:ext uri="{FF2B5EF4-FFF2-40B4-BE49-F238E27FC236}">
                  <a16:creationId xmlns:a16="http://schemas.microsoft.com/office/drawing/2014/main" id="{DE2C2B7B-570F-4BF7-93A5-3E31078E1032}"/>
                </a:ext>
              </a:extLst>
            </p:cNvPr>
            <p:cNvGrpSpPr/>
            <p:nvPr/>
          </p:nvGrpSpPr>
          <p:grpSpPr>
            <a:xfrm>
              <a:off x="4259262" y="1818719"/>
              <a:ext cx="4035423" cy="1045132"/>
              <a:chOff x="4259262" y="1818719"/>
              <a:chExt cx="4035423" cy="1045132"/>
            </a:xfrm>
          </p:grpSpPr>
          <p:grpSp>
            <p:nvGrpSpPr>
              <p:cNvPr id="304" name="组合 42">
                <a:extLst>
                  <a:ext uri="{FF2B5EF4-FFF2-40B4-BE49-F238E27FC236}">
                    <a16:creationId xmlns:a16="http://schemas.microsoft.com/office/drawing/2014/main" id="{AC36C4BF-19DD-4514-8878-977F4BCC157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259262" y="1818719"/>
                <a:ext cx="1008942" cy="1045132"/>
                <a:chOff x="5691303" y="2565000"/>
                <a:chExt cx="1112697" cy="1152000"/>
              </a:xfrm>
            </p:grpSpPr>
            <p:grpSp>
              <p:nvGrpSpPr>
                <p:cNvPr id="351" name="Group 57">
                  <a:extLst>
                    <a:ext uri="{FF2B5EF4-FFF2-40B4-BE49-F238E27FC236}">
                      <a16:creationId xmlns:a16="http://schemas.microsoft.com/office/drawing/2014/main" id="{ECBDA928-3CC6-48D6-B9E5-789A42FB482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6156001" y="2636999"/>
                  <a:ext cx="572007" cy="1007999"/>
                  <a:chOff x="4767" y="1707"/>
                  <a:chExt cx="573" cy="1065"/>
                </a:xfrm>
              </p:grpSpPr>
              <p:sp>
                <p:nvSpPr>
                  <p:cNvPr id="358" name="Rectangle 58">
                    <a:extLst>
                      <a:ext uri="{FF2B5EF4-FFF2-40B4-BE49-F238E27FC236}">
                        <a16:creationId xmlns:a16="http://schemas.microsoft.com/office/drawing/2014/main" id="{5A2E8FC9-BDF6-4270-9E14-495FFA880AE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84" y="1777"/>
                    <a:ext cx="56" cy="395"/>
                  </a:xfrm>
                  <a:prstGeom prst="rect">
                    <a:avLst/>
                  </a:prstGeom>
                  <a:solidFill>
                    <a:schemeClr val="tx1"/>
                  </a:solidFill>
                  <a:ln w="381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lIns="90000" tIns="46800" rIns="90000" bIns="46800" anchor="ctr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32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zh-CN" altLang="en-US" sz="1800" b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359" name="Rectangle 59">
                    <a:extLst>
                      <a:ext uri="{FF2B5EF4-FFF2-40B4-BE49-F238E27FC236}">
                        <a16:creationId xmlns:a16="http://schemas.microsoft.com/office/drawing/2014/main" id="{AE8AFDC4-AB35-4C1B-9F5D-AF436C0A16B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768" y="1791"/>
                    <a:ext cx="56" cy="397"/>
                  </a:xfrm>
                  <a:prstGeom prst="rect">
                    <a:avLst/>
                  </a:prstGeom>
                  <a:solidFill>
                    <a:schemeClr val="bg1">
                      <a:lumMod val="75000"/>
                    </a:schemeClr>
                  </a:solidFill>
                  <a:ln w="38100">
                    <a:solidFill>
                      <a:schemeClr val="bg1">
                        <a:lumMod val="85000"/>
                      </a:schemeClr>
                    </a:solidFill>
                    <a:miter lim="800000"/>
                    <a:headEnd/>
                    <a:tailEnd/>
                  </a:ln>
                </p:spPr>
                <p:txBody>
                  <a:bodyPr wrap="none" lIns="90000" tIns="46800" rIns="90000" bIns="46800" anchor="ctr">
                    <a:spAutoFit/>
                  </a:bodyPr>
                  <a:lstStyle>
                    <a:lvl1pPr>
                      <a:spcAft>
                        <a:spcPct val="20000"/>
                      </a:spcAft>
                      <a:buChar char="•"/>
                      <a:defRPr sz="2800"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Aft>
                        <a:spcPct val="20000"/>
                      </a:spcAft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Aft>
                        <a:spcPct val="20000"/>
                      </a:spcAft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Aft>
                        <a:spcPct val="20000"/>
                      </a:spcAft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Aft>
                        <a:spcPct val="2000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2000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2000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2000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2000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Aft>
                        <a:spcPct val="0"/>
                      </a:spcAft>
                      <a:buFontTx/>
                      <a:buNone/>
                      <a:defRPr/>
                    </a:pPr>
                    <a:endParaRPr lang="zh-CN" altLang="en-US" sz="1800" b="0"/>
                  </a:p>
                </p:txBody>
              </p:sp>
              <p:sp>
                <p:nvSpPr>
                  <p:cNvPr id="360" name="Rectangle 60">
                    <a:extLst>
                      <a:ext uri="{FF2B5EF4-FFF2-40B4-BE49-F238E27FC236}">
                        <a16:creationId xmlns:a16="http://schemas.microsoft.com/office/drawing/2014/main" id="{A7724B18-E507-4795-8BC8-7612BF24AF0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770" y="2305"/>
                    <a:ext cx="58" cy="397"/>
                  </a:xfrm>
                  <a:prstGeom prst="rect">
                    <a:avLst/>
                  </a:prstGeom>
                  <a:solidFill>
                    <a:schemeClr val="bg1">
                      <a:lumMod val="75000"/>
                    </a:schemeClr>
                  </a:solidFill>
                  <a:ln w="38100">
                    <a:solidFill>
                      <a:schemeClr val="bg1">
                        <a:lumMod val="85000"/>
                      </a:schemeClr>
                    </a:solidFill>
                    <a:miter lim="800000"/>
                    <a:headEnd/>
                    <a:tailEnd/>
                  </a:ln>
                </p:spPr>
                <p:txBody>
                  <a:bodyPr wrap="none" lIns="90000" tIns="46800" rIns="90000" bIns="46800" anchor="ctr">
                    <a:spAutoFit/>
                  </a:bodyPr>
                  <a:lstStyle>
                    <a:lvl1pPr>
                      <a:spcAft>
                        <a:spcPct val="20000"/>
                      </a:spcAft>
                      <a:buChar char="•"/>
                      <a:defRPr sz="2800"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Aft>
                        <a:spcPct val="20000"/>
                      </a:spcAft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Aft>
                        <a:spcPct val="20000"/>
                      </a:spcAft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Aft>
                        <a:spcPct val="20000"/>
                      </a:spcAft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Aft>
                        <a:spcPct val="2000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2000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2000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2000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2000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Aft>
                        <a:spcPct val="0"/>
                      </a:spcAft>
                      <a:buFontTx/>
                      <a:buNone/>
                      <a:defRPr/>
                    </a:pPr>
                    <a:endParaRPr lang="zh-CN" altLang="en-US" sz="1800" b="0"/>
                  </a:p>
                </p:txBody>
              </p:sp>
              <p:sp>
                <p:nvSpPr>
                  <p:cNvPr id="361" name="Rectangle 61">
                    <a:extLst>
                      <a:ext uri="{FF2B5EF4-FFF2-40B4-BE49-F238E27FC236}">
                        <a16:creationId xmlns:a16="http://schemas.microsoft.com/office/drawing/2014/main" id="{4255807C-ACAB-49CD-B220-94625804287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rot="16200000">
                    <a:off x="5025" y="1531"/>
                    <a:ext cx="55" cy="405"/>
                  </a:xfrm>
                  <a:prstGeom prst="rect">
                    <a:avLst/>
                  </a:prstGeom>
                  <a:solidFill>
                    <a:schemeClr val="bg1">
                      <a:lumMod val="75000"/>
                    </a:schemeClr>
                  </a:solidFill>
                  <a:ln w="38100">
                    <a:solidFill>
                      <a:schemeClr val="bg1">
                        <a:lumMod val="85000"/>
                      </a:schemeClr>
                    </a:solidFill>
                    <a:miter lim="800000"/>
                    <a:headEnd/>
                    <a:tailEnd/>
                  </a:ln>
                </p:spPr>
                <p:txBody>
                  <a:bodyPr lIns="90000" tIns="46800" rIns="90000" bIns="46800" anchor="ctr">
                    <a:spAutoFit/>
                  </a:bodyPr>
                  <a:lstStyle>
                    <a:lvl1pPr>
                      <a:spcAft>
                        <a:spcPct val="20000"/>
                      </a:spcAft>
                      <a:buChar char="•"/>
                      <a:defRPr sz="2800"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Aft>
                        <a:spcPct val="20000"/>
                      </a:spcAft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Aft>
                        <a:spcPct val="20000"/>
                      </a:spcAft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Aft>
                        <a:spcPct val="20000"/>
                      </a:spcAft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Aft>
                        <a:spcPct val="2000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2000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2000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2000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2000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Aft>
                        <a:spcPct val="0"/>
                      </a:spcAft>
                      <a:buFontTx/>
                      <a:buNone/>
                      <a:defRPr/>
                    </a:pPr>
                    <a:endParaRPr lang="zh-CN" altLang="en-US" sz="1800" b="0"/>
                  </a:p>
                </p:txBody>
              </p:sp>
              <p:sp>
                <p:nvSpPr>
                  <p:cNvPr id="362" name="Rectangle 62">
                    <a:extLst>
                      <a:ext uri="{FF2B5EF4-FFF2-40B4-BE49-F238E27FC236}">
                        <a16:creationId xmlns:a16="http://schemas.microsoft.com/office/drawing/2014/main" id="{31C116B8-CA8E-4109-A99F-12913656D48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rot="-5400000">
                    <a:off x="5033" y="2036"/>
                    <a:ext cx="54" cy="405"/>
                  </a:xfrm>
                  <a:prstGeom prst="rect">
                    <a:avLst/>
                  </a:prstGeom>
                  <a:solidFill>
                    <a:schemeClr val="bg1">
                      <a:lumMod val="75000"/>
                    </a:schemeClr>
                  </a:solidFill>
                  <a:ln w="38100">
                    <a:solidFill>
                      <a:schemeClr val="bg1">
                        <a:lumMod val="85000"/>
                      </a:schemeClr>
                    </a:solidFill>
                    <a:miter lim="800000"/>
                    <a:headEnd/>
                    <a:tailEnd/>
                  </a:ln>
                </p:spPr>
                <p:txBody>
                  <a:bodyPr wrap="none" lIns="90000" tIns="46800" rIns="90000" bIns="46800" anchor="ctr">
                    <a:spAutoFit/>
                  </a:bodyPr>
                  <a:lstStyle>
                    <a:lvl1pPr>
                      <a:spcAft>
                        <a:spcPct val="20000"/>
                      </a:spcAft>
                      <a:buChar char="•"/>
                      <a:defRPr sz="2800"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Aft>
                        <a:spcPct val="20000"/>
                      </a:spcAft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Aft>
                        <a:spcPct val="20000"/>
                      </a:spcAft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Aft>
                        <a:spcPct val="20000"/>
                      </a:spcAft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Aft>
                        <a:spcPct val="2000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2000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2000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2000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2000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Aft>
                        <a:spcPct val="0"/>
                      </a:spcAft>
                      <a:buFontTx/>
                      <a:buNone/>
                      <a:defRPr/>
                    </a:pPr>
                    <a:endParaRPr lang="zh-CN" altLang="en-US" sz="1800" b="0"/>
                  </a:p>
                </p:txBody>
              </p:sp>
              <p:sp>
                <p:nvSpPr>
                  <p:cNvPr id="363" name="Rectangle 66">
                    <a:extLst>
                      <a:ext uri="{FF2B5EF4-FFF2-40B4-BE49-F238E27FC236}">
                        <a16:creationId xmlns:a16="http://schemas.microsoft.com/office/drawing/2014/main" id="{0068320B-074C-45B0-B781-5B707A1FC7C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rot="-5400000">
                    <a:off x="5027" y="2542"/>
                    <a:ext cx="55" cy="405"/>
                  </a:xfrm>
                  <a:prstGeom prst="rect">
                    <a:avLst/>
                  </a:prstGeom>
                  <a:solidFill>
                    <a:schemeClr val="bg1">
                      <a:lumMod val="75000"/>
                    </a:schemeClr>
                  </a:solidFill>
                  <a:ln w="38100">
                    <a:solidFill>
                      <a:schemeClr val="bg1">
                        <a:lumMod val="75000"/>
                      </a:schemeClr>
                    </a:solidFill>
                    <a:miter lim="800000"/>
                    <a:headEnd/>
                    <a:tailEnd/>
                  </a:ln>
                </p:spPr>
                <p:txBody>
                  <a:bodyPr wrap="none" lIns="90000" tIns="46800" rIns="90000" bIns="46800" anchor="ctr">
                    <a:spAutoFit/>
                  </a:bodyPr>
                  <a:lstStyle>
                    <a:lvl1pPr>
                      <a:spcAft>
                        <a:spcPct val="20000"/>
                      </a:spcAft>
                      <a:buChar char="•"/>
                      <a:defRPr sz="2800"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Aft>
                        <a:spcPct val="20000"/>
                      </a:spcAft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Aft>
                        <a:spcPct val="20000"/>
                      </a:spcAft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Aft>
                        <a:spcPct val="20000"/>
                      </a:spcAft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Aft>
                        <a:spcPct val="2000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2000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2000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2000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2000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Aft>
                        <a:spcPct val="0"/>
                      </a:spcAft>
                      <a:buFontTx/>
                      <a:buNone/>
                      <a:defRPr/>
                    </a:pPr>
                    <a:endParaRPr lang="zh-CN" altLang="en-US" sz="1800" b="0"/>
                  </a:p>
                </p:txBody>
              </p:sp>
              <p:sp>
                <p:nvSpPr>
                  <p:cNvPr id="364" name="Rectangle 67">
                    <a:extLst>
                      <a:ext uri="{FF2B5EF4-FFF2-40B4-BE49-F238E27FC236}">
                        <a16:creationId xmlns:a16="http://schemas.microsoft.com/office/drawing/2014/main" id="{CB68D41F-BBCE-40E8-A43F-FAF3CF23EE6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80" y="1779"/>
                    <a:ext cx="56" cy="394"/>
                  </a:xfrm>
                  <a:prstGeom prst="rect">
                    <a:avLst/>
                  </a:prstGeom>
                  <a:solidFill>
                    <a:srgbClr val="FF0000"/>
                  </a:solidFill>
                  <a:ln w="38100">
                    <a:solidFill>
                      <a:srgbClr val="FF0000"/>
                    </a:solidFill>
                    <a:miter lim="800000"/>
                    <a:headEnd/>
                    <a:tailEnd/>
                  </a:ln>
                </p:spPr>
                <p:txBody>
                  <a:bodyPr wrap="none" lIns="90000" tIns="46800" rIns="90000" bIns="46800" anchor="ctr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32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zh-CN" altLang="en-US" sz="1800" b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365" name="Rectangle 73">
                    <a:extLst>
                      <a:ext uri="{FF2B5EF4-FFF2-40B4-BE49-F238E27FC236}">
                        <a16:creationId xmlns:a16="http://schemas.microsoft.com/office/drawing/2014/main" id="{1637A149-6604-4B9C-B53C-7F8F6B9D253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84" y="2296"/>
                    <a:ext cx="56" cy="395"/>
                  </a:xfrm>
                  <a:prstGeom prst="rect">
                    <a:avLst/>
                  </a:prstGeom>
                  <a:solidFill>
                    <a:srgbClr val="FF0000"/>
                  </a:solidFill>
                  <a:ln w="38100">
                    <a:solidFill>
                      <a:srgbClr val="FF0000"/>
                    </a:solidFill>
                    <a:miter lim="800000"/>
                    <a:headEnd/>
                    <a:tailEnd/>
                  </a:ln>
                </p:spPr>
                <p:txBody>
                  <a:bodyPr wrap="none" lIns="90000" tIns="46800" rIns="90000" bIns="46800" anchor="ctr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32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zh-CN" altLang="en-US" sz="1800" b="0">
                      <a:latin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352" name="矩形 31">
                  <a:extLst>
                    <a:ext uri="{FF2B5EF4-FFF2-40B4-BE49-F238E27FC236}">
                      <a16:creationId xmlns:a16="http://schemas.microsoft.com/office/drawing/2014/main" id="{73C96F62-81ED-4EB9-B713-9493FFE2674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84000" y="2565000"/>
                  <a:ext cx="720000" cy="1152000"/>
                </a:xfrm>
                <a:prstGeom prst="rect">
                  <a:avLst/>
                </a:prstGeom>
                <a:noFill/>
                <a:ln w="19050" algn="ctr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32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1800" b="0">
                    <a:latin typeface="Arial" panose="020B0604020202020204" pitchFamily="34" charset="0"/>
                  </a:endParaRPr>
                </a:p>
              </p:txBody>
            </p:sp>
            <p:cxnSp>
              <p:nvCxnSpPr>
                <p:cNvPr id="353" name="直接连接符 352">
                  <a:extLst>
                    <a:ext uri="{FF2B5EF4-FFF2-40B4-BE49-F238E27FC236}">
                      <a16:creationId xmlns:a16="http://schemas.microsoft.com/office/drawing/2014/main" id="{1CCB36B8-C489-4A5C-ADD4-4B62FD3A5E50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>
                  <a:off x="5691303" y="2780842"/>
                  <a:ext cx="388667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4" name="直接连接符 353">
                  <a:extLst>
                    <a:ext uri="{FF2B5EF4-FFF2-40B4-BE49-F238E27FC236}">
                      <a16:creationId xmlns:a16="http://schemas.microsoft.com/office/drawing/2014/main" id="{457D7220-B9E9-4EC1-997A-9AC252F5D97D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>
                  <a:off x="5696555" y="2980323"/>
                  <a:ext cx="386917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5" name="直接连接符 354">
                  <a:extLst>
                    <a:ext uri="{FF2B5EF4-FFF2-40B4-BE49-F238E27FC236}">
                      <a16:creationId xmlns:a16="http://schemas.microsoft.com/office/drawing/2014/main" id="{12B91E30-E9E9-4A0A-A6BA-1730015D17C5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>
                  <a:off x="5691303" y="3372284"/>
                  <a:ext cx="388667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6" name="直接连接符 355">
                  <a:extLst>
                    <a:ext uri="{FF2B5EF4-FFF2-40B4-BE49-F238E27FC236}">
                      <a16:creationId xmlns:a16="http://schemas.microsoft.com/office/drawing/2014/main" id="{73AB14E5-1014-4D8A-8B04-DC1524F9BB74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>
                  <a:off x="5696555" y="3571765"/>
                  <a:ext cx="386917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57" name="TextBox 78">
                  <a:extLst>
                    <a:ext uri="{FF2B5EF4-FFF2-40B4-BE49-F238E27FC236}">
                      <a16:creationId xmlns:a16="http://schemas.microsoft.com/office/drawing/2014/main" id="{8AB783E9-C9C4-46B6-B5C7-6043AD67BCB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727148" y="2789808"/>
                  <a:ext cx="301814" cy="33855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32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zh-CN" sz="1800" b="0" dirty="0">
                      <a:solidFill>
                        <a:srgbClr val="000000"/>
                      </a:solidFill>
                    </a:rPr>
                    <a:t>…</a:t>
                  </a:r>
                  <a:endParaRPr lang="zh-CN" altLang="en-US" sz="1800" b="0" dirty="0">
                    <a:solidFill>
                      <a:srgbClr val="000000"/>
                    </a:solidFill>
                  </a:endParaRPr>
                </a:p>
              </p:txBody>
            </p:sp>
          </p:grpSp>
          <p:grpSp>
            <p:nvGrpSpPr>
              <p:cNvPr id="305" name="组合 43">
                <a:extLst>
                  <a:ext uri="{FF2B5EF4-FFF2-40B4-BE49-F238E27FC236}">
                    <a16:creationId xmlns:a16="http://schemas.microsoft.com/office/drawing/2014/main" id="{3486BED5-2EFB-4E58-9F78-9F3A90E7BBB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268915" y="1818719"/>
                <a:ext cx="1007779" cy="1045132"/>
                <a:chOff x="5692586" y="2565000"/>
                <a:chExt cx="1111414" cy="1152000"/>
              </a:xfrm>
            </p:grpSpPr>
            <p:grpSp>
              <p:nvGrpSpPr>
                <p:cNvPr id="337" name="Group 57">
                  <a:extLst>
                    <a:ext uri="{FF2B5EF4-FFF2-40B4-BE49-F238E27FC236}">
                      <a16:creationId xmlns:a16="http://schemas.microsoft.com/office/drawing/2014/main" id="{BED0B3F9-D1FB-4088-A318-FF6183C3427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6156001" y="2636999"/>
                  <a:ext cx="572007" cy="1007999"/>
                  <a:chOff x="4767" y="1707"/>
                  <a:chExt cx="573" cy="1065"/>
                </a:xfrm>
              </p:grpSpPr>
              <p:sp>
                <p:nvSpPr>
                  <p:cNvPr id="344" name="Rectangle 58">
                    <a:extLst>
                      <a:ext uri="{FF2B5EF4-FFF2-40B4-BE49-F238E27FC236}">
                        <a16:creationId xmlns:a16="http://schemas.microsoft.com/office/drawing/2014/main" id="{32DE20E6-A0A5-435C-AF24-BF976D9038A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84" y="1777"/>
                    <a:ext cx="56" cy="395"/>
                  </a:xfrm>
                  <a:prstGeom prst="rect">
                    <a:avLst/>
                  </a:prstGeom>
                  <a:solidFill>
                    <a:srgbClr val="FF0000"/>
                  </a:solidFill>
                  <a:ln w="38100">
                    <a:solidFill>
                      <a:srgbClr val="FF0000"/>
                    </a:solidFill>
                    <a:miter lim="800000"/>
                    <a:headEnd/>
                    <a:tailEnd/>
                  </a:ln>
                </p:spPr>
                <p:txBody>
                  <a:bodyPr wrap="none" lIns="90000" tIns="46800" rIns="90000" bIns="46800" anchor="ctr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32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zh-CN" altLang="en-US" sz="1800" b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345" name="Rectangle 59">
                    <a:extLst>
                      <a:ext uri="{FF2B5EF4-FFF2-40B4-BE49-F238E27FC236}">
                        <a16:creationId xmlns:a16="http://schemas.microsoft.com/office/drawing/2014/main" id="{BE63997D-9A3E-41BC-B588-24FBB8601B5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769" y="1791"/>
                    <a:ext cx="56" cy="397"/>
                  </a:xfrm>
                  <a:prstGeom prst="rect">
                    <a:avLst/>
                  </a:prstGeom>
                  <a:solidFill>
                    <a:schemeClr val="bg1">
                      <a:lumMod val="75000"/>
                    </a:schemeClr>
                  </a:solidFill>
                  <a:ln w="38100">
                    <a:solidFill>
                      <a:schemeClr val="bg1">
                        <a:lumMod val="85000"/>
                      </a:schemeClr>
                    </a:solidFill>
                    <a:miter lim="800000"/>
                    <a:headEnd/>
                    <a:tailEnd/>
                  </a:ln>
                </p:spPr>
                <p:txBody>
                  <a:bodyPr wrap="none" lIns="90000" tIns="46800" rIns="90000" bIns="46800" anchor="ctr">
                    <a:spAutoFit/>
                  </a:bodyPr>
                  <a:lstStyle>
                    <a:lvl1pPr>
                      <a:spcAft>
                        <a:spcPct val="20000"/>
                      </a:spcAft>
                      <a:buChar char="•"/>
                      <a:defRPr sz="2800"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Aft>
                        <a:spcPct val="20000"/>
                      </a:spcAft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Aft>
                        <a:spcPct val="20000"/>
                      </a:spcAft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Aft>
                        <a:spcPct val="20000"/>
                      </a:spcAft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Aft>
                        <a:spcPct val="2000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2000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2000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2000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2000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Aft>
                        <a:spcPct val="0"/>
                      </a:spcAft>
                      <a:buFontTx/>
                      <a:buNone/>
                      <a:defRPr/>
                    </a:pPr>
                    <a:endParaRPr lang="zh-CN" altLang="en-US" sz="1800" b="0"/>
                  </a:p>
                </p:txBody>
              </p:sp>
              <p:sp>
                <p:nvSpPr>
                  <p:cNvPr id="346" name="Rectangle 60">
                    <a:extLst>
                      <a:ext uri="{FF2B5EF4-FFF2-40B4-BE49-F238E27FC236}">
                        <a16:creationId xmlns:a16="http://schemas.microsoft.com/office/drawing/2014/main" id="{ABA6C3F8-2D7D-47F2-89DF-14252574E72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770" y="2305"/>
                    <a:ext cx="57" cy="395"/>
                  </a:xfrm>
                  <a:prstGeom prst="rect">
                    <a:avLst/>
                  </a:prstGeom>
                  <a:solidFill>
                    <a:srgbClr val="FF0000"/>
                  </a:solidFill>
                  <a:ln w="38100">
                    <a:solidFill>
                      <a:srgbClr val="FF0000"/>
                    </a:solidFill>
                    <a:miter lim="800000"/>
                    <a:headEnd/>
                    <a:tailEnd/>
                  </a:ln>
                </p:spPr>
                <p:txBody>
                  <a:bodyPr wrap="none" lIns="90000" tIns="46800" rIns="90000" bIns="46800" anchor="ctr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32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zh-CN" altLang="en-US" sz="1800" b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347" name="Rectangle 61">
                    <a:extLst>
                      <a:ext uri="{FF2B5EF4-FFF2-40B4-BE49-F238E27FC236}">
                        <a16:creationId xmlns:a16="http://schemas.microsoft.com/office/drawing/2014/main" id="{9D365775-7E9A-46FF-848C-92F7EA6718E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rot="-5400000">
                    <a:off x="5024" y="1532"/>
                    <a:ext cx="55" cy="405"/>
                  </a:xfrm>
                  <a:prstGeom prst="rect">
                    <a:avLst/>
                  </a:prstGeom>
                  <a:solidFill>
                    <a:srgbClr val="FF0000"/>
                  </a:solidFill>
                  <a:ln w="38100">
                    <a:solidFill>
                      <a:srgbClr val="FF0000"/>
                    </a:solidFill>
                    <a:miter lim="800000"/>
                    <a:headEnd/>
                    <a:tailEnd/>
                  </a:ln>
                </p:spPr>
                <p:txBody>
                  <a:bodyPr wrap="none" lIns="90000" tIns="46800" rIns="90000" bIns="46800" anchor="ctr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32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zh-CN" altLang="en-US" sz="1800" b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348" name="Rectangle 62">
                    <a:extLst>
                      <a:ext uri="{FF2B5EF4-FFF2-40B4-BE49-F238E27FC236}">
                        <a16:creationId xmlns:a16="http://schemas.microsoft.com/office/drawing/2014/main" id="{8DD8F798-9847-410B-AD14-ADB77CC0391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rot="-5400000">
                    <a:off x="5031" y="2037"/>
                    <a:ext cx="55" cy="405"/>
                  </a:xfrm>
                  <a:prstGeom prst="rect">
                    <a:avLst/>
                  </a:prstGeom>
                  <a:solidFill>
                    <a:srgbClr val="FF0000"/>
                  </a:solidFill>
                  <a:ln w="38100">
                    <a:solidFill>
                      <a:srgbClr val="FF0000"/>
                    </a:solidFill>
                    <a:miter lim="800000"/>
                    <a:headEnd/>
                    <a:tailEnd/>
                  </a:ln>
                </p:spPr>
                <p:txBody>
                  <a:bodyPr wrap="none" lIns="90000" tIns="46800" rIns="90000" bIns="46800" anchor="ctr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32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zh-CN" altLang="en-US" sz="1800" b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349" name="Rectangle 66">
                    <a:extLst>
                      <a:ext uri="{FF2B5EF4-FFF2-40B4-BE49-F238E27FC236}">
                        <a16:creationId xmlns:a16="http://schemas.microsoft.com/office/drawing/2014/main" id="{0FEBFC2A-A53E-4A39-9D43-328CC66533E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rot="-5400000">
                    <a:off x="5026" y="2543"/>
                    <a:ext cx="55" cy="404"/>
                  </a:xfrm>
                  <a:prstGeom prst="rect">
                    <a:avLst/>
                  </a:prstGeom>
                  <a:solidFill>
                    <a:srgbClr val="FF0000"/>
                  </a:solidFill>
                  <a:ln w="38100">
                    <a:solidFill>
                      <a:srgbClr val="FF0000"/>
                    </a:solidFill>
                    <a:miter lim="800000"/>
                    <a:headEnd/>
                    <a:tailEnd/>
                  </a:ln>
                </p:spPr>
                <p:txBody>
                  <a:bodyPr wrap="none" lIns="90000" tIns="46800" rIns="90000" bIns="46800" anchor="ctr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32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zh-CN" altLang="en-US" sz="1800" b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350" name="Rectangle 73">
                    <a:extLst>
                      <a:ext uri="{FF2B5EF4-FFF2-40B4-BE49-F238E27FC236}">
                        <a16:creationId xmlns:a16="http://schemas.microsoft.com/office/drawing/2014/main" id="{D450A1FD-D16C-4BF4-88A7-4764638D51B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88" y="2297"/>
                    <a:ext cx="56" cy="396"/>
                  </a:xfrm>
                  <a:prstGeom prst="rect">
                    <a:avLst/>
                  </a:prstGeom>
                  <a:solidFill>
                    <a:schemeClr val="bg1">
                      <a:lumMod val="75000"/>
                    </a:schemeClr>
                  </a:solidFill>
                  <a:ln w="38100">
                    <a:solidFill>
                      <a:schemeClr val="bg1">
                        <a:lumMod val="85000"/>
                      </a:schemeClr>
                    </a:solidFill>
                    <a:miter lim="800000"/>
                    <a:headEnd/>
                    <a:tailEnd/>
                  </a:ln>
                </p:spPr>
                <p:txBody>
                  <a:bodyPr wrap="none" lIns="90000" tIns="46800" rIns="90000" bIns="46800" anchor="ctr">
                    <a:spAutoFit/>
                  </a:bodyPr>
                  <a:lstStyle>
                    <a:lvl1pPr>
                      <a:spcAft>
                        <a:spcPct val="20000"/>
                      </a:spcAft>
                      <a:buChar char="•"/>
                      <a:defRPr sz="2800"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Aft>
                        <a:spcPct val="20000"/>
                      </a:spcAft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Aft>
                        <a:spcPct val="20000"/>
                      </a:spcAft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Aft>
                        <a:spcPct val="20000"/>
                      </a:spcAft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Aft>
                        <a:spcPct val="2000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2000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2000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2000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2000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Aft>
                        <a:spcPct val="0"/>
                      </a:spcAft>
                      <a:buFontTx/>
                      <a:buNone/>
                      <a:defRPr/>
                    </a:pPr>
                    <a:endParaRPr lang="zh-CN" altLang="en-US" sz="1800" b="0"/>
                  </a:p>
                </p:txBody>
              </p:sp>
            </p:grpSp>
            <p:sp>
              <p:nvSpPr>
                <p:cNvPr id="338" name="矩形 45">
                  <a:extLst>
                    <a:ext uri="{FF2B5EF4-FFF2-40B4-BE49-F238E27FC236}">
                      <a16:creationId xmlns:a16="http://schemas.microsoft.com/office/drawing/2014/main" id="{C29D0FA9-1B07-46E9-92F3-BE238D71E3B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84000" y="2565000"/>
                  <a:ext cx="720000" cy="1152000"/>
                </a:xfrm>
                <a:prstGeom prst="rect">
                  <a:avLst/>
                </a:prstGeom>
                <a:noFill/>
                <a:ln w="19050" algn="ctr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32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1800" b="0">
                    <a:latin typeface="Arial" panose="020B0604020202020204" pitchFamily="34" charset="0"/>
                  </a:endParaRPr>
                </a:p>
              </p:txBody>
            </p:sp>
            <p:cxnSp>
              <p:nvCxnSpPr>
                <p:cNvPr id="339" name="直接连接符 338">
                  <a:extLst>
                    <a:ext uri="{FF2B5EF4-FFF2-40B4-BE49-F238E27FC236}">
                      <a16:creationId xmlns:a16="http://schemas.microsoft.com/office/drawing/2014/main" id="{593FD245-3F54-48D8-B0C2-80DEFA12F8A0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>
                  <a:off x="5692586" y="2780842"/>
                  <a:ext cx="386915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0" name="直接连接符 339">
                  <a:extLst>
                    <a:ext uri="{FF2B5EF4-FFF2-40B4-BE49-F238E27FC236}">
                      <a16:creationId xmlns:a16="http://schemas.microsoft.com/office/drawing/2014/main" id="{CDC8C769-E7E0-4677-BEC1-18358728EA71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>
                  <a:off x="5697837" y="2980323"/>
                  <a:ext cx="386917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1" name="直接连接符 340">
                  <a:extLst>
                    <a:ext uri="{FF2B5EF4-FFF2-40B4-BE49-F238E27FC236}">
                      <a16:creationId xmlns:a16="http://schemas.microsoft.com/office/drawing/2014/main" id="{BCF5EE19-8B26-43B2-AD00-060DD1EEBF18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>
                  <a:off x="5692586" y="3372284"/>
                  <a:ext cx="386915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2" name="直接连接符 341">
                  <a:extLst>
                    <a:ext uri="{FF2B5EF4-FFF2-40B4-BE49-F238E27FC236}">
                      <a16:creationId xmlns:a16="http://schemas.microsoft.com/office/drawing/2014/main" id="{A689CE78-74CE-4A20-B69C-7441CA55F72B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>
                  <a:off x="5697837" y="3571765"/>
                  <a:ext cx="386917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43" name="TextBox 78">
                  <a:extLst>
                    <a:ext uri="{FF2B5EF4-FFF2-40B4-BE49-F238E27FC236}">
                      <a16:creationId xmlns:a16="http://schemas.microsoft.com/office/drawing/2014/main" id="{4D82D484-A419-4C6C-91AE-6D85435B9B6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727148" y="2789808"/>
                  <a:ext cx="301814" cy="33855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32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zh-CN" sz="1800" b="0">
                      <a:solidFill>
                        <a:srgbClr val="000000"/>
                      </a:solidFill>
                    </a:rPr>
                    <a:t>…</a:t>
                  </a:r>
                  <a:endParaRPr lang="zh-CN" altLang="en-US" sz="1800" b="0">
                    <a:solidFill>
                      <a:srgbClr val="000000"/>
                    </a:solidFill>
                  </a:endParaRPr>
                </a:p>
              </p:txBody>
            </p:sp>
          </p:grpSp>
          <p:grpSp>
            <p:nvGrpSpPr>
              <p:cNvPr id="306" name="组合 64">
                <a:extLst>
                  <a:ext uri="{FF2B5EF4-FFF2-40B4-BE49-F238E27FC236}">
                    <a16:creationId xmlns:a16="http://schemas.microsoft.com/office/drawing/2014/main" id="{703BCEA4-1DE6-416C-8DD7-A8FCE8E5570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276976" y="1818719"/>
                <a:ext cx="1009226" cy="1045132"/>
                <a:chOff x="5690990" y="2565000"/>
                <a:chExt cx="1113010" cy="1152000"/>
              </a:xfrm>
            </p:grpSpPr>
            <p:grpSp>
              <p:nvGrpSpPr>
                <p:cNvPr id="323" name="Group 57">
                  <a:extLst>
                    <a:ext uri="{FF2B5EF4-FFF2-40B4-BE49-F238E27FC236}">
                      <a16:creationId xmlns:a16="http://schemas.microsoft.com/office/drawing/2014/main" id="{8AE2C590-816E-4F64-A18F-7597E77A838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6156000" y="2637000"/>
                  <a:ext cx="572007" cy="1008000"/>
                  <a:chOff x="4767" y="1707"/>
                  <a:chExt cx="573" cy="1065"/>
                </a:xfrm>
              </p:grpSpPr>
              <p:sp>
                <p:nvSpPr>
                  <p:cNvPr id="330" name="Rectangle 58">
                    <a:extLst>
                      <a:ext uri="{FF2B5EF4-FFF2-40B4-BE49-F238E27FC236}">
                        <a16:creationId xmlns:a16="http://schemas.microsoft.com/office/drawing/2014/main" id="{96418543-FD06-4AD3-B683-DDEC982EE51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84" y="1777"/>
                    <a:ext cx="56" cy="395"/>
                  </a:xfrm>
                  <a:prstGeom prst="rect">
                    <a:avLst/>
                  </a:prstGeom>
                  <a:solidFill>
                    <a:srgbClr val="FF0000"/>
                  </a:solidFill>
                  <a:ln w="38100">
                    <a:solidFill>
                      <a:srgbClr val="FF0000"/>
                    </a:solidFill>
                    <a:miter lim="800000"/>
                    <a:headEnd/>
                    <a:tailEnd/>
                  </a:ln>
                </p:spPr>
                <p:txBody>
                  <a:bodyPr wrap="none" lIns="90000" tIns="46800" rIns="90000" bIns="46800" anchor="ctr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32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zh-CN" altLang="en-US" sz="1800" b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331" name="Rectangle 59">
                    <a:extLst>
                      <a:ext uri="{FF2B5EF4-FFF2-40B4-BE49-F238E27FC236}">
                        <a16:creationId xmlns:a16="http://schemas.microsoft.com/office/drawing/2014/main" id="{81E57194-B250-45E2-8F8D-68E84313606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761" y="1791"/>
                    <a:ext cx="56" cy="397"/>
                  </a:xfrm>
                  <a:prstGeom prst="rect">
                    <a:avLst/>
                  </a:prstGeom>
                  <a:solidFill>
                    <a:schemeClr val="bg1">
                      <a:lumMod val="75000"/>
                    </a:schemeClr>
                  </a:solidFill>
                  <a:ln w="38100">
                    <a:solidFill>
                      <a:schemeClr val="bg1">
                        <a:lumMod val="85000"/>
                      </a:schemeClr>
                    </a:solidFill>
                    <a:miter lim="800000"/>
                    <a:headEnd/>
                    <a:tailEnd/>
                  </a:ln>
                </p:spPr>
                <p:txBody>
                  <a:bodyPr wrap="none" lIns="90000" tIns="46800" rIns="90000" bIns="46800" anchor="ctr">
                    <a:spAutoFit/>
                  </a:bodyPr>
                  <a:lstStyle>
                    <a:lvl1pPr>
                      <a:spcAft>
                        <a:spcPct val="20000"/>
                      </a:spcAft>
                      <a:buChar char="•"/>
                      <a:defRPr sz="2800"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Aft>
                        <a:spcPct val="20000"/>
                      </a:spcAft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Aft>
                        <a:spcPct val="20000"/>
                      </a:spcAft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Aft>
                        <a:spcPct val="20000"/>
                      </a:spcAft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Aft>
                        <a:spcPct val="2000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2000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2000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2000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2000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Aft>
                        <a:spcPct val="0"/>
                      </a:spcAft>
                      <a:buFontTx/>
                      <a:buNone/>
                      <a:defRPr/>
                    </a:pPr>
                    <a:endParaRPr lang="zh-CN" altLang="en-US" sz="1800" b="0"/>
                  </a:p>
                </p:txBody>
              </p:sp>
              <p:sp>
                <p:nvSpPr>
                  <p:cNvPr id="332" name="Rectangle 61">
                    <a:extLst>
                      <a:ext uri="{FF2B5EF4-FFF2-40B4-BE49-F238E27FC236}">
                        <a16:creationId xmlns:a16="http://schemas.microsoft.com/office/drawing/2014/main" id="{D7C5834F-8272-4CA2-9A95-17221389943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rot="-5400000">
                    <a:off x="5024" y="1532"/>
                    <a:ext cx="55" cy="405"/>
                  </a:xfrm>
                  <a:prstGeom prst="rect">
                    <a:avLst/>
                  </a:prstGeom>
                  <a:solidFill>
                    <a:srgbClr val="FF0000"/>
                  </a:solidFill>
                  <a:ln w="38100">
                    <a:solidFill>
                      <a:srgbClr val="FF0000"/>
                    </a:solidFill>
                    <a:miter lim="800000"/>
                    <a:headEnd/>
                    <a:tailEnd/>
                  </a:ln>
                </p:spPr>
                <p:txBody>
                  <a:bodyPr wrap="none" lIns="90000" tIns="46800" rIns="90000" bIns="46800" anchor="ctr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32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zh-CN" altLang="en-US" sz="1800" b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333" name="Rectangle 62">
                    <a:extLst>
                      <a:ext uri="{FF2B5EF4-FFF2-40B4-BE49-F238E27FC236}">
                        <a16:creationId xmlns:a16="http://schemas.microsoft.com/office/drawing/2014/main" id="{8E04F0AE-59DE-4853-BB62-5B0B0142A7C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rot="-5400000">
                    <a:off x="5031" y="2037"/>
                    <a:ext cx="55" cy="405"/>
                  </a:xfrm>
                  <a:prstGeom prst="rect">
                    <a:avLst/>
                  </a:prstGeom>
                  <a:solidFill>
                    <a:srgbClr val="FF0000"/>
                  </a:solidFill>
                  <a:ln w="38100">
                    <a:solidFill>
                      <a:srgbClr val="FF0000"/>
                    </a:solidFill>
                    <a:miter lim="800000"/>
                    <a:headEnd/>
                    <a:tailEnd/>
                  </a:ln>
                </p:spPr>
                <p:txBody>
                  <a:bodyPr wrap="none" lIns="90000" tIns="46800" rIns="90000" bIns="46800" anchor="ctr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32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zh-CN" altLang="en-US" sz="1800" b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334" name="Rectangle 65">
                    <a:extLst>
                      <a:ext uri="{FF2B5EF4-FFF2-40B4-BE49-F238E27FC236}">
                        <a16:creationId xmlns:a16="http://schemas.microsoft.com/office/drawing/2014/main" id="{75953E4C-C370-4515-8DFF-AA5485A8577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761" y="2306"/>
                    <a:ext cx="56" cy="396"/>
                  </a:xfrm>
                  <a:prstGeom prst="rect">
                    <a:avLst/>
                  </a:prstGeom>
                  <a:solidFill>
                    <a:schemeClr val="bg1">
                      <a:lumMod val="75000"/>
                    </a:schemeClr>
                  </a:solidFill>
                  <a:ln w="38100">
                    <a:solidFill>
                      <a:schemeClr val="bg1">
                        <a:lumMod val="75000"/>
                      </a:schemeClr>
                    </a:solidFill>
                    <a:miter lim="800000"/>
                    <a:headEnd/>
                    <a:tailEnd/>
                  </a:ln>
                </p:spPr>
                <p:txBody>
                  <a:bodyPr wrap="none" lIns="90000" tIns="46800" rIns="90000" bIns="46800" anchor="ctr">
                    <a:spAutoFit/>
                  </a:bodyPr>
                  <a:lstStyle>
                    <a:lvl1pPr>
                      <a:spcAft>
                        <a:spcPct val="20000"/>
                      </a:spcAft>
                      <a:buChar char="•"/>
                      <a:defRPr sz="2800"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Aft>
                        <a:spcPct val="20000"/>
                      </a:spcAft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Aft>
                        <a:spcPct val="20000"/>
                      </a:spcAft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Aft>
                        <a:spcPct val="20000"/>
                      </a:spcAft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Aft>
                        <a:spcPct val="2000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2000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2000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2000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2000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Aft>
                        <a:spcPct val="0"/>
                      </a:spcAft>
                      <a:buFontTx/>
                      <a:buNone/>
                      <a:defRPr/>
                    </a:pPr>
                    <a:endParaRPr lang="zh-CN" altLang="en-US" sz="1800" b="0"/>
                  </a:p>
                </p:txBody>
              </p:sp>
              <p:sp>
                <p:nvSpPr>
                  <p:cNvPr id="335" name="Rectangle 66">
                    <a:extLst>
                      <a:ext uri="{FF2B5EF4-FFF2-40B4-BE49-F238E27FC236}">
                        <a16:creationId xmlns:a16="http://schemas.microsoft.com/office/drawing/2014/main" id="{54D3B942-F7CC-4FC7-BFCC-E0EAB07ACF6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rot="-5400000">
                    <a:off x="5026" y="2543"/>
                    <a:ext cx="55" cy="404"/>
                  </a:xfrm>
                  <a:prstGeom prst="rect">
                    <a:avLst/>
                  </a:prstGeom>
                  <a:solidFill>
                    <a:srgbClr val="FF0000"/>
                  </a:solidFill>
                  <a:ln w="38100">
                    <a:solidFill>
                      <a:srgbClr val="FF0000"/>
                    </a:solidFill>
                    <a:miter lim="800000"/>
                    <a:headEnd/>
                    <a:tailEnd/>
                  </a:ln>
                </p:spPr>
                <p:txBody>
                  <a:bodyPr wrap="none" lIns="90000" tIns="46800" rIns="90000" bIns="46800" anchor="ctr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32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zh-CN" altLang="en-US" sz="1800" b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336" name="Rectangle 73">
                    <a:extLst>
                      <a:ext uri="{FF2B5EF4-FFF2-40B4-BE49-F238E27FC236}">
                        <a16:creationId xmlns:a16="http://schemas.microsoft.com/office/drawing/2014/main" id="{E30A0A33-3DC8-4C75-A6C1-5A152D72334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84" y="2296"/>
                    <a:ext cx="56" cy="395"/>
                  </a:xfrm>
                  <a:prstGeom prst="rect">
                    <a:avLst/>
                  </a:prstGeom>
                  <a:solidFill>
                    <a:srgbClr val="FF0000"/>
                  </a:solidFill>
                  <a:ln w="38100">
                    <a:solidFill>
                      <a:srgbClr val="FF0000"/>
                    </a:solidFill>
                    <a:miter lim="800000"/>
                    <a:headEnd/>
                    <a:tailEnd/>
                  </a:ln>
                </p:spPr>
                <p:txBody>
                  <a:bodyPr wrap="none" lIns="90000" tIns="46800" rIns="90000" bIns="46800" anchor="ctr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32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zh-CN" altLang="en-US" sz="1800" b="0">
                      <a:latin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324" name="矩形 66">
                  <a:extLst>
                    <a:ext uri="{FF2B5EF4-FFF2-40B4-BE49-F238E27FC236}">
                      <a16:creationId xmlns:a16="http://schemas.microsoft.com/office/drawing/2014/main" id="{11235163-E639-4B1B-B873-967B9AAA09E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84000" y="2565000"/>
                  <a:ext cx="720000" cy="1152000"/>
                </a:xfrm>
                <a:prstGeom prst="rect">
                  <a:avLst/>
                </a:prstGeom>
                <a:noFill/>
                <a:ln w="19050" algn="ctr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32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1800" b="0">
                    <a:latin typeface="Arial" panose="020B0604020202020204" pitchFamily="34" charset="0"/>
                  </a:endParaRPr>
                </a:p>
              </p:txBody>
            </p:sp>
            <p:cxnSp>
              <p:nvCxnSpPr>
                <p:cNvPr id="325" name="直接连接符 324">
                  <a:extLst>
                    <a:ext uri="{FF2B5EF4-FFF2-40B4-BE49-F238E27FC236}">
                      <a16:creationId xmlns:a16="http://schemas.microsoft.com/office/drawing/2014/main" id="{65B78324-C940-48E6-A64A-19DC5E2C0732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>
                  <a:off x="5690990" y="2780842"/>
                  <a:ext cx="388667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6" name="直接连接符 325">
                  <a:extLst>
                    <a:ext uri="{FF2B5EF4-FFF2-40B4-BE49-F238E27FC236}">
                      <a16:creationId xmlns:a16="http://schemas.microsoft.com/office/drawing/2014/main" id="{7FEEBDA3-9795-48CA-944D-665150608CF2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>
                  <a:off x="5696243" y="2980323"/>
                  <a:ext cx="386915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7" name="直接连接符 326">
                  <a:extLst>
                    <a:ext uri="{FF2B5EF4-FFF2-40B4-BE49-F238E27FC236}">
                      <a16:creationId xmlns:a16="http://schemas.microsoft.com/office/drawing/2014/main" id="{2B7EE855-3E7C-4B8F-BB7F-2E6B1E3E0D30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>
                  <a:off x="5690990" y="3372284"/>
                  <a:ext cx="388667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8" name="直接连接符 327">
                  <a:extLst>
                    <a:ext uri="{FF2B5EF4-FFF2-40B4-BE49-F238E27FC236}">
                      <a16:creationId xmlns:a16="http://schemas.microsoft.com/office/drawing/2014/main" id="{B6260351-526D-401E-A3B6-6766982A4F6D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>
                  <a:off x="5696243" y="3571765"/>
                  <a:ext cx="386915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29" name="TextBox 78">
                  <a:extLst>
                    <a:ext uri="{FF2B5EF4-FFF2-40B4-BE49-F238E27FC236}">
                      <a16:creationId xmlns:a16="http://schemas.microsoft.com/office/drawing/2014/main" id="{731EBDDC-0858-42A1-9332-172484E709B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727148" y="2789808"/>
                  <a:ext cx="301814" cy="33855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32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zh-CN" sz="1800" b="0" dirty="0">
                      <a:solidFill>
                        <a:srgbClr val="000000"/>
                      </a:solidFill>
                    </a:rPr>
                    <a:t>…</a:t>
                  </a:r>
                  <a:endParaRPr lang="zh-CN" altLang="en-US" sz="1800" b="0" dirty="0">
                    <a:solidFill>
                      <a:srgbClr val="000000"/>
                    </a:solidFill>
                  </a:endParaRPr>
                </a:p>
              </p:txBody>
            </p:sp>
          </p:grpSp>
          <p:grpSp>
            <p:nvGrpSpPr>
              <p:cNvPr id="307" name="组合 83">
                <a:extLst>
                  <a:ext uri="{FF2B5EF4-FFF2-40B4-BE49-F238E27FC236}">
                    <a16:creationId xmlns:a16="http://schemas.microsoft.com/office/drawing/2014/main" id="{3B661EE7-AF01-4300-A7A9-9DDF2DE6BA5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286622" y="1818719"/>
                <a:ext cx="1008063" cy="1045132"/>
                <a:chOff x="5692272" y="2565000"/>
                <a:chExt cx="1111728" cy="1152000"/>
              </a:xfrm>
            </p:grpSpPr>
            <p:grpSp>
              <p:nvGrpSpPr>
                <p:cNvPr id="308" name="Group 57">
                  <a:extLst>
                    <a:ext uri="{FF2B5EF4-FFF2-40B4-BE49-F238E27FC236}">
                      <a16:creationId xmlns:a16="http://schemas.microsoft.com/office/drawing/2014/main" id="{2E369AD2-F9C2-498F-8C1F-68FB8427AA0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6156001" y="2637000"/>
                  <a:ext cx="572007" cy="1008000"/>
                  <a:chOff x="4767" y="1707"/>
                  <a:chExt cx="573" cy="1065"/>
                </a:xfrm>
              </p:grpSpPr>
              <p:sp>
                <p:nvSpPr>
                  <p:cNvPr id="315" name="Rectangle 58">
                    <a:extLst>
                      <a:ext uri="{FF2B5EF4-FFF2-40B4-BE49-F238E27FC236}">
                        <a16:creationId xmlns:a16="http://schemas.microsoft.com/office/drawing/2014/main" id="{D9BE21A5-7861-4100-8E7B-87318FEF840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84" y="1777"/>
                    <a:ext cx="56" cy="395"/>
                  </a:xfrm>
                  <a:prstGeom prst="rect">
                    <a:avLst/>
                  </a:prstGeom>
                  <a:solidFill>
                    <a:schemeClr val="tx1"/>
                  </a:solidFill>
                  <a:ln w="381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lIns="90000" tIns="46800" rIns="90000" bIns="46800" anchor="ctr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32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zh-CN" altLang="en-US" sz="1800" b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316" name="Rectangle 59">
                    <a:extLst>
                      <a:ext uri="{FF2B5EF4-FFF2-40B4-BE49-F238E27FC236}">
                        <a16:creationId xmlns:a16="http://schemas.microsoft.com/office/drawing/2014/main" id="{DEB0B935-D095-4641-A4A6-9B3C7F449E8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767" y="1793"/>
                    <a:ext cx="56" cy="394"/>
                  </a:xfrm>
                  <a:prstGeom prst="rect">
                    <a:avLst/>
                  </a:prstGeom>
                  <a:solidFill>
                    <a:srgbClr val="FF0000"/>
                  </a:solidFill>
                  <a:ln w="38100">
                    <a:solidFill>
                      <a:srgbClr val="FF0000"/>
                    </a:solidFill>
                    <a:miter lim="800000"/>
                    <a:headEnd/>
                    <a:tailEnd/>
                  </a:ln>
                </p:spPr>
                <p:txBody>
                  <a:bodyPr wrap="none" lIns="90000" tIns="46800" rIns="90000" bIns="46800" anchor="ctr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32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zh-CN" altLang="en-US" sz="1800" b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317" name="Rectangle 60">
                    <a:extLst>
                      <a:ext uri="{FF2B5EF4-FFF2-40B4-BE49-F238E27FC236}">
                        <a16:creationId xmlns:a16="http://schemas.microsoft.com/office/drawing/2014/main" id="{78D3C620-AF59-4D7C-B2F4-4B5CF9735C9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771" y="2305"/>
                    <a:ext cx="56" cy="397"/>
                  </a:xfrm>
                  <a:prstGeom prst="rect">
                    <a:avLst/>
                  </a:prstGeom>
                  <a:solidFill>
                    <a:schemeClr val="bg1">
                      <a:lumMod val="75000"/>
                    </a:schemeClr>
                  </a:solidFill>
                  <a:ln w="38100">
                    <a:solidFill>
                      <a:schemeClr val="bg1">
                        <a:lumMod val="85000"/>
                      </a:schemeClr>
                    </a:solidFill>
                    <a:miter lim="800000"/>
                    <a:headEnd/>
                    <a:tailEnd/>
                  </a:ln>
                </p:spPr>
                <p:txBody>
                  <a:bodyPr wrap="none" lIns="90000" tIns="46800" rIns="90000" bIns="46800" anchor="ctr">
                    <a:spAutoFit/>
                  </a:bodyPr>
                  <a:lstStyle>
                    <a:lvl1pPr>
                      <a:spcAft>
                        <a:spcPct val="20000"/>
                      </a:spcAft>
                      <a:buChar char="•"/>
                      <a:defRPr sz="2800"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Aft>
                        <a:spcPct val="20000"/>
                      </a:spcAft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Aft>
                        <a:spcPct val="20000"/>
                      </a:spcAft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Aft>
                        <a:spcPct val="20000"/>
                      </a:spcAft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Aft>
                        <a:spcPct val="2000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2000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2000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2000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2000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Aft>
                        <a:spcPct val="0"/>
                      </a:spcAft>
                      <a:buFontTx/>
                      <a:buNone/>
                      <a:defRPr/>
                    </a:pPr>
                    <a:endParaRPr lang="zh-CN" altLang="en-US" sz="1800" b="0"/>
                  </a:p>
                </p:txBody>
              </p:sp>
              <p:sp>
                <p:nvSpPr>
                  <p:cNvPr id="318" name="Rectangle 61">
                    <a:extLst>
                      <a:ext uri="{FF2B5EF4-FFF2-40B4-BE49-F238E27FC236}">
                        <a16:creationId xmlns:a16="http://schemas.microsoft.com/office/drawing/2014/main" id="{D10C6B31-8051-4CA1-9838-D7240BFE382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rot="-5400000">
                    <a:off x="5024" y="1531"/>
                    <a:ext cx="55" cy="405"/>
                  </a:xfrm>
                  <a:prstGeom prst="rect">
                    <a:avLst/>
                  </a:prstGeom>
                  <a:solidFill>
                    <a:schemeClr val="bg1">
                      <a:lumMod val="75000"/>
                    </a:schemeClr>
                  </a:solidFill>
                  <a:ln w="38100">
                    <a:solidFill>
                      <a:schemeClr val="bg1">
                        <a:lumMod val="85000"/>
                      </a:schemeClr>
                    </a:solidFill>
                    <a:miter lim="800000"/>
                    <a:headEnd/>
                    <a:tailEnd/>
                  </a:ln>
                </p:spPr>
                <p:txBody>
                  <a:bodyPr wrap="none" lIns="90000" tIns="46800" rIns="90000" bIns="46800" anchor="ctr">
                    <a:spAutoFit/>
                  </a:bodyPr>
                  <a:lstStyle>
                    <a:lvl1pPr>
                      <a:spcAft>
                        <a:spcPct val="20000"/>
                      </a:spcAft>
                      <a:buChar char="•"/>
                      <a:defRPr sz="2800"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Aft>
                        <a:spcPct val="20000"/>
                      </a:spcAft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Aft>
                        <a:spcPct val="20000"/>
                      </a:spcAft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Aft>
                        <a:spcPct val="20000"/>
                      </a:spcAft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Aft>
                        <a:spcPct val="2000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2000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2000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2000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2000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Aft>
                        <a:spcPct val="0"/>
                      </a:spcAft>
                      <a:buFontTx/>
                      <a:buNone/>
                      <a:defRPr/>
                    </a:pPr>
                    <a:endParaRPr lang="zh-CN" altLang="en-US" sz="1800" b="0"/>
                  </a:p>
                </p:txBody>
              </p:sp>
              <p:sp>
                <p:nvSpPr>
                  <p:cNvPr id="319" name="Rectangle 62">
                    <a:extLst>
                      <a:ext uri="{FF2B5EF4-FFF2-40B4-BE49-F238E27FC236}">
                        <a16:creationId xmlns:a16="http://schemas.microsoft.com/office/drawing/2014/main" id="{5E50978C-1ABA-4AC0-B52D-20B6D58599E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rot="-5400000">
                    <a:off x="5031" y="2037"/>
                    <a:ext cx="55" cy="405"/>
                  </a:xfrm>
                  <a:prstGeom prst="rect">
                    <a:avLst/>
                  </a:prstGeom>
                  <a:solidFill>
                    <a:srgbClr val="FF0000"/>
                  </a:solidFill>
                  <a:ln w="38100">
                    <a:solidFill>
                      <a:srgbClr val="FF0000"/>
                    </a:solidFill>
                    <a:miter lim="800000"/>
                    <a:headEnd/>
                    <a:tailEnd/>
                  </a:ln>
                </p:spPr>
                <p:txBody>
                  <a:bodyPr wrap="none" lIns="90000" tIns="46800" rIns="90000" bIns="46800" anchor="ctr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32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zh-CN" altLang="en-US" sz="1800" b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320" name="Rectangle 66">
                    <a:extLst>
                      <a:ext uri="{FF2B5EF4-FFF2-40B4-BE49-F238E27FC236}">
                        <a16:creationId xmlns:a16="http://schemas.microsoft.com/office/drawing/2014/main" id="{AAC1A1F8-F5D9-4D1B-8519-937AA4B4A09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rot="-5400000">
                    <a:off x="5027" y="2543"/>
                    <a:ext cx="55" cy="403"/>
                  </a:xfrm>
                  <a:prstGeom prst="rect">
                    <a:avLst/>
                  </a:prstGeom>
                  <a:solidFill>
                    <a:schemeClr val="bg1">
                      <a:lumMod val="75000"/>
                    </a:schemeClr>
                  </a:solidFill>
                  <a:ln w="38100">
                    <a:solidFill>
                      <a:schemeClr val="bg1">
                        <a:lumMod val="75000"/>
                      </a:schemeClr>
                    </a:solidFill>
                    <a:miter lim="800000"/>
                    <a:headEnd/>
                    <a:tailEnd/>
                  </a:ln>
                </p:spPr>
                <p:txBody>
                  <a:bodyPr wrap="none" lIns="90000" tIns="46800" rIns="90000" bIns="46800" anchor="ctr">
                    <a:spAutoFit/>
                  </a:bodyPr>
                  <a:lstStyle>
                    <a:lvl1pPr>
                      <a:spcAft>
                        <a:spcPct val="20000"/>
                      </a:spcAft>
                      <a:buChar char="•"/>
                      <a:defRPr sz="2800"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Aft>
                        <a:spcPct val="20000"/>
                      </a:spcAft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Aft>
                        <a:spcPct val="20000"/>
                      </a:spcAft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Aft>
                        <a:spcPct val="20000"/>
                      </a:spcAft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Aft>
                        <a:spcPct val="2000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2000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2000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2000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2000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Aft>
                        <a:spcPct val="0"/>
                      </a:spcAft>
                      <a:buFontTx/>
                      <a:buNone/>
                      <a:defRPr/>
                    </a:pPr>
                    <a:endParaRPr lang="zh-CN" altLang="en-US" sz="1800" b="0"/>
                  </a:p>
                </p:txBody>
              </p:sp>
              <p:sp>
                <p:nvSpPr>
                  <p:cNvPr id="321" name="Rectangle 67">
                    <a:extLst>
                      <a:ext uri="{FF2B5EF4-FFF2-40B4-BE49-F238E27FC236}">
                        <a16:creationId xmlns:a16="http://schemas.microsoft.com/office/drawing/2014/main" id="{D1BBC6F2-F292-4C27-8348-E4CDBFFA1D2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80" y="1779"/>
                    <a:ext cx="56" cy="394"/>
                  </a:xfrm>
                  <a:prstGeom prst="rect">
                    <a:avLst/>
                  </a:prstGeom>
                  <a:solidFill>
                    <a:srgbClr val="FF0000"/>
                  </a:solidFill>
                  <a:ln w="38100">
                    <a:solidFill>
                      <a:srgbClr val="FF0000"/>
                    </a:solidFill>
                    <a:miter lim="800000"/>
                    <a:headEnd/>
                    <a:tailEnd/>
                  </a:ln>
                </p:spPr>
                <p:txBody>
                  <a:bodyPr wrap="none" lIns="90000" tIns="46800" rIns="90000" bIns="46800" anchor="ctr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32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zh-CN" altLang="en-US" sz="1800" b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322" name="Rectangle 73">
                    <a:extLst>
                      <a:ext uri="{FF2B5EF4-FFF2-40B4-BE49-F238E27FC236}">
                        <a16:creationId xmlns:a16="http://schemas.microsoft.com/office/drawing/2014/main" id="{B8C2E120-5552-4CC4-9A78-6ABBB6F5293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84" y="2296"/>
                    <a:ext cx="56" cy="395"/>
                  </a:xfrm>
                  <a:prstGeom prst="rect">
                    <a:avLst/>
                  </a:prstGeom>
                  <a:solidFill>
                    <a:srgbClr val="FF0000"/>
                  </a:solidFill>
                  <a:ln w="38100">
                    <a:solidFill>
                      <a:srgbClr val="FF0000"/>
                    </a:solidFill>
                    <a:miter lim="800000"/>
                    <a:headEnd/>
                    <a:tailEnd/>
                  </a:ln>
                </p:spPr>
                <p:txBody>
                  <a:bodyPr wrap="none" lIns="90000" tIns="46800" rIns="90000" bIns="46800" anchor="ctr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32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zh-CN" altLang="en-US" sz="1800" b="0">
                      <a:latin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309" name="矩形 85">
                  <a:extLst>
                    <a:ext uri="{FF2B5EF4-FFF2-40B4-BE49-F238E27FC236}">
                      <a16:creationId xmlns:a16="http://schemas.microsoft.com/office/drawing/2014/main" id="{414EEDD0-0ACF-4572-8BDB-C161A0EE7DA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84000" y="2565000"/>
                  <a:ext cx="720000" cy="1152000"/>
                </a:xfrm>
                <a:prstGeom prst="rect">
                  <a:avLst/>
                </a:prstGeom>
                <a:noFill/>
                <a:ln w="19050" algn="ctr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32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1800" b="0">
                    <a:latin typeface="Arial" panose="020B0604020202020204" pitchFamily="34" charset="0"/>
                  </a:endParaRPr>
                </a:p>
              </p:txBody>
            </p:sp>
            <p:cxnSp>
              <p:nvCxnSpPr>
                <p:cNvPr id="310" name="直接连接符 309">
                  <a:extLst>
                    <a:ext uri="{FF2B5EF4-FFF2-40B4-BE49-F238E27FC236}">
                      <a16:creationId xmlns:a16="http://schemas.microsoft.com/office/drawing/2014/main" id="{07906FC0-8016-45AC-8A6D-95D210F223A9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>
                  <a:off x="5692272" y="2780842"/>
                  <a:ext cx="388667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1" name="直接连接符 310">
                  <a:extLst>
                    <a:ext uri="{FF2B5EF4-FFF2-40B4-BE49-F238E27FC236}">
                      <a16:creationId xmlns:a16="http://schemas.microsoft.com/office/drawing/2014/main" id="{83C8EAA0-8443-47B2-844E-A717092EB876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>
                  <a:off x="5695774" y="2980323"/>
                  <a:ext cx="386917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2" name="直接连接符 311">
                  <a:extLst>
                    <a:ext uri="{FF2B5EF4-FFF2-40B4-BE49-F238E27FC236}">
                      <a16:creationId xmlns:a16="http://schemas.microsoft.com/office/drawing/2014/main" id="{D5DC130C-BF33-4811-B6D9-2B1FEC303E7C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>
                  <a:off x="5692272" y="3372284"/>
                  <a:ext cx="388667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3" name="直接连接符 312">
                  <a:extLst>
                    <a:ext uri="{FF2B5EF4-FFF2-40B4-BE49-F238E27FC236}">
                      <a16:creationId xmlns:a16="http://schemas.microsoft.com/office/drawing/2014/main" id="{6F1DFF6C-43E3-41DC-A95D-960F4781F8D1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>
                  <a:off x="5695774" y="3571765"/>
                  <a:ext cx="386917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14" name="TextBox 78">
                  <a:extLst>
                    <a:ext uri="{FF2B5EF4-FFF2-40B4-BE49-F238E27FC236}">
                      <a16:creationId xmlns:a16="http://schemas.microsoft.com/office/drawing/2014/main" id="{4540E621-30E2-4BAA-A674-5AC3AF4FF69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727148" y="2789808"/>
                  <a:ext cx="301814" cy="33855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32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zh-CN" sz="1800" b="0">
                      <a:solidFill>
                        <a:srgbClr val="000000"/>
                      </a:solidFill>
                    </a:rPr>
                    <a:t>…</a:t>
                  </a:r>
                  <a:endParaRPr lang="zh-CN" altLang="en-US" sz="1800" b="0">
                    <a:solidFill>
                      <a:srgbClr val="000000"/>
                    </a:solidFill>
                  </a:endParaRPr>
                </a:p>
              </p:txBody>
            </p:sp>
          </p:grpSp>
        </p:grpSp>
        <p:cxnSp>
          <p:nvCxnSpPr>
            <p:cNvPr id="296" name="直接连接符 105">
              <a:extLst>
                <a:ext uri="{FF2B5EF4-FFF2-40B4-BE49-F238E27FC236}">
                  <a16:creationId xmlns:a16="http://schemas.microsoft.com/office/drawing/2014/main" id="{84119FC6-1A59-40AB-B52F-828B1356937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941774" y="1557436"/>
              <a:ext cx="0" cy="261283"/>
            </a:xfrm>
            <a:prstGeom prst="line">
              <a:avLst/>
            </a:prstGeom>
            <a:noFill/>
            <a:ln w="1905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97" name="TextBox 78">
              <a:extLst>
                <a:ext uri="{FF2B5EF4-FFF2-40B4-BE49-F238E27FC236}">
                  <a16:creationId xmlns:a16="http://schemas.microsoft.com/office/drawing/2014/main" id="{523BD2D3-BE8E-4091-B22D-CD7EFDE4DC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99846" y="1082500"/>
              <a:ext cx="483855" cy="2861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800" b="0" dirty="0">
                  <a:solidFill>
                    <a:srgbClr val="000000"/>
                  </a:solidFill>
                </a:rPr>
                <a:t>an3</a:t>
              </a:r>
              <a:endParaRPr lang="zh-CN" altLang="en-US" sz="1800" b="0" dirty="0">
                <a:solidFill>
                  <a:srgbClr val="000000"/>
                </a:solidFill>
              </a:endParaRPr>
            </a:p>
          </p:txBody>
        </p:sp>
        <p:cxnSp>
          <p:nvCxnSpPr>
            <p:cNvPr id="298" name="直接连接符 107">
              <a:extLst>
                <a:ext uri="{FF2B5EF4-FFF2-40B4-BE49-F238E27FC236}">
                  <a16:creationId xmlns:a16="http://schemas.microsoft.com/office/drawing/2014/main" id="{4A3AB42B-5FA2-4532-90FB-182BD59B80D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960688" y="1553777"/>
              <a:ext cx="0" cy="261283"/>
            </a:xfrm>
            <a:prstGeom prst="line">
              <a:avLst/>
            </a:prstGeom>
            <a:noFill/>
            <a:ln w="1905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99" name="TextBox 78">
              <a:extLst>
                <a:ext uri="{FF2B5EF4-FFF2-40B4-BE49-F238E27FC236}">
                  <a16:creationId xmlns:a16="http://schemas.microsoft.com/office/drawing/2014/main" id="{9856B138-3E1A-48CB-BBC0-4D1D29C6CD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18761" y="1078840"/>
              <a:ext cx="483855" cy="2861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800" b="0">
                  <a:solidFill>
                    <a:srgbClr val="000000"/>
                  </a:solidFill>
                </a:rPr>
                <a:t>an2</a:t>
              </a:r>
              <a:endParaRPr lang="zh-CN" altLang="en-US" sz="1800" b="0">
                <a:solidFill>
                  <a:srgbClr val="000000"/>
                </a:solidFill>
              </a:endParaRPr>
            </a:p>
          </p:txBody>
        </p:sp>
        <p:cxnSp>
          <p:nvCxnSpPr>
            <p:cNvPr id="300" name="直接连接符 109">
              <a:extLst>
                <a:ext uri="{FF2B5EF4-FFF2-40B4-BE49-F238E27FC236}">
                  <a16:creationId xmlns:a16="http://schemas.microsoft.com/office/drawing/2014/main" id="{56F528E7-481C-43F4-A1D0-DD2856B76E5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959770" y="1557436"/>
              <a:ext cx="0" cy="261283"/>
            </a:xfrm>
            <a:prstGeom prst="line">
              <a:avLst/>
            </a:prstGeom>
            <a:noFill/>
            <a:ln w="1905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01" name="TextBox 78">
              <a:extLst>
                <a:ext uri="{FF2B5EF4-FFF2-40B4-BE49-F238E27FC236}">
                  <a16:creationId xmlns:a16="http://schemas.microsoft.com/office/drawing/2014/main" id="{97CA721F-B50D-4BAD-822A-08A79ED26E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17842" y="1082498"/>
              <a:ext cx="483855" cy="2861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800" b="0">
                  <a:solidFill>
                    <a:srgbClr val="000000"/>
                  </a:solidFill>
                </a:rPr>
                <a:t>an1</a:t>
              </a:r>
              <a:endParaRPr lang="zh-CN" altLang="en-US" sz="1800" b="0">
                <a:solidFill>
                  <a:srgbClr val="000000"/>
                </a:solidFill>
              </a:endParaRPr>
            </a:p>
          </p:txBody>
        </p:sp>
        <p:cxnSp>
          <p:nvCxnSpPr>
            <p:cNvPr id="302" name="直接连接符 111">
              <a:extLst>
                <a:ext uri="{FF2B5EF4-FFF2-40B4-BE49-F238E27FC236}">
                  <a16:creationId xmlns:a16="http://schemas.microsoft.com/office/drawing/2014/main" id="{A6E83660-4311-43AD-B145-6BF840FF3FD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978683" y="1553777"/>
              <a:ext cx="0" cy="261283"/>
            </a:xfrm>
            <a:prstGeom prst="line">
              <a:avLst/>
            </a:prstGeom>
            <a:noFill/>
            <a:ln w="1905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03" name="TextBox 78">
              <a:extLst>
                <a:ext uri="{FF2B5EF4-FFF2-40B4-BE49-F238E27FC236}">
                  <a16:creationId xmlns:a16="http://schemas.microsoft.com/office/drawing/2014/main" id="{88E41A40-4590-4AF7-AA9C-17A67226E7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36756" y="1078840"/>
              <a:ext cx="483855" cy="2861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800" b="0">
                  <a:solidFill>
                    <a:srgbClr val="000000"/>
                  </a:solidFill>
                </a:rPr>
                <a:t>an0</a:t>
              </a:r>
              <a:endParaRPr lang="zh-CN" altLang="en-US" sz="1800" b="0">
                <a:solidFill>
                  <a:srgbClr val="000000"/>
                </a:solidFill>
              </a:endParaRP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48BDF891-BFA8-4569-8A12-358943E4F76E}"/>
              </a:ext>
            </a:extLst>
          </p:cNvPr>
          <p:cNvGrpSpPr/>
          <p:nvPr/>
        </p:nvGrpSpPr>
        <p:grpSpPr>
          <a:xfrm>
            <a:off x="543000" y="1629408"/>
            <a:ext cx="3547061" cy="4215057"/>
            <a:chOff x="504851" y="1363491"/>
            <a:chExt cx="3547061" cy="4215057"/>
          </a:xfrm>
        </p:grpSpPr>
        <p:sp>
          <p:nvSpPr>
            <p:cNvPr id="21665" name="TextBox 78">
              <a:extLst>
                <a:ext uri="{FF2B5EF4-FFF2-40B4-BE49-F238E27FC236}">
                  <a16:creationId xmlns:a16="http://schemas.microsoft.com/office/drawing/2014/main" id="{82126285-C99B-4936-8034-5E9F8E9AAE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06898" y="2669554"/>
              <a:ext cx="3898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800" b="0"/>
                <a:t>ce</a:t>
              </a:r>
              <a:endParaRPr lang="zh-CN" altLang="en-US" sz="1800" b="0" dirty="0"/>
            </a:p>
          </p:txBody>
        </p:sp>
        <p:sp>
          <p:nvSpPr>
            <p:cNvPr id="21652" name="TextBox 52">
              <a:extLst>
                <a:ext uri="{FF2B5EF4-FFF2-40B4-BE49-F238E27FC236}">
                  <a16:creationId xmlns:a16="http://schemas.microsoft.com/office/drawing/2014/main" id="{57E508AE-ECB9-4170-8965-7F912F4DB7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67973" y="2116405"/>
              <a:ext cx="826016" cy="512888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1800"/>
                <a:t>分频器</a:t>
              </a:r>
            </a:p>
          </p:txBody>
        </p:sp>
        <p:sp>
          <p:nvSpPr>
            <p:cNvPr id="21653" name="TextBox 53">
              <a:extLst>
                <a:ext uri="{FF2B5EF4-FFF2-40B4-BE49-F238E27FC236}">
                  <a16:creationId xmlns:a16="http://schemas.microsoft.com/office/drawing/2014/main" id="{DF17968C-1277-4F41-B52B-9058F12F55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73486" y="3112894"/>
              <a:ext cx="826016" cy="49289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1800" dirty="0"/>
                <a:t>计数器</a:t>
              </a:r>
            </a:p>
          </p:txBody>
        </p:sp>
        <p:cxnSp>
          <p:nvCxnSpPr>
            <p:cNvPr id="76" name="直接连接符 75">
              <a:extLst>
                <a:ext uri="{FF2B5EF4-FFF2-40B4-BE49-F238E27FC236}">
                  <a16:creationId xmlns:a16="http://schemas.microsoft.com/office/drawing/2014/main" id="{335A1F94-7B67-4264-901A-D5067C22EF55}"/>
                </a:ext>
              </a:extLst>
            </p:cNvPr>
            <p:cNvCxnSpPr/>
            <p:nvPr/>
          </p:nvCxnSpPr>
          <p:spPr bwMode="auto">
            <a:xfrm rot="16200000" flipH="1">
              <a:off x="1019406" y="4515966"/>
              <a:ext cx="81567" cy="953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680" name="TextBox 63">
              <a:extLst>
                <a:ext uri="{FF2B5EF4-FFF2-40B4-BE49-F238E27FC236}">
                  <a16:creationId xmlns:a16="http://schemas.microsoft.com/office/drawing/2014/main" id="{15D4F206-0521-4B0B-8624-7D22F72C60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75658" y="4261042"/>
              <a:ext cx="27194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800" b="0" dirty="0"/>
                <a:t>4</a:t>
              </a:r>
              <a:endParaRPr lang="zh-CN" altLang="en-US" sz="1800" b="0" dirty="0"/>
            </a:p>
          </p:txBody>
        </p:sp>
        <p:sp>
          <p:nvSpPr>
            <p:cNvPr id="21681" name="TextBox 64">
              <a:extLst>
                <a:ext uri="{FF2B5EF4-FFF2-40B4-BE49-F238E27FC236}">
                  <a16:creationId xmlns:a16="http://schemas.microsoft.com/office/drawing/2014/main" id="{5DDBCF49-A397-4915-A71E-8E0C7DE279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1758" y="4352669"/>
              <a:ext cx="38816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algn="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800" b="0" dirty="0"/>
                <a:t>d0</a:t>
              </a:r>
              <a:endParaRPr lang="zh-CN" altLang="en-US" sz="1800" b="0" dirty="0"/>
            </a:p>
          </p:txBody>
        </p:sp>
        <p:cxnSp>
          <p:nvCxnSpPr>
            <p:cNvPr id="80" name="直接连接符 79">
              <a:extLst>
                <a:ext uri="{FF2B5EF4-FFF2-40B4-BE49-F238E27FC236}">
                  <a16:creationId xmlns:a16="http://schemas.microsoft.com/office/drawing/2014/main" id="{D4EFA8F4-B51E-43AA-86D9-292C50043F24}"/>
                </a:ext>
              </a:extLst>
            </p:cNvPr>
            <p:cNvCxnSpPr/>
            <p:nvPr/>
          </p:nvCxnSpPr>
          <p:spPr bwMode="auto">
            <a:xfrm rot="16200000" flipH="1">
              <a:off x="1012500" y="4804169"/>
              <a:ext cx="81567" cy="9530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684" name="TextBox 67">
              <a:extLst>
                <a:ext uri="{FF2B5EF4-FFF2-40B4-BE49-F238E27FC236}">
                  <a16:creationId xmlns:a16="http://schemas.microsoft.com/office/drawing/2014/main" id="{2A4D035F-9B76-4BD5-8819-D147581736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7577" y="4557752"/>
              <a:ext cx="27194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800" b="0"/>
                <a:t>4</a:t>
              </a:r>
              <a:endParaRPr lang="zh-CN" altLang="en-US" sz="1800" b="0"/>
            </a:p>
          </p:txBody>
        </p:sp>
        <p:sp>
          <p:nvSpPr>
            <p:cNvPr id="21685" name="TextBox 68">
              <a:extLst>
                <a:ext uri="{FF2B5EF4-FFF2-40B4-BE49-F238E27FC236}">
                  <a16:creationId xmlns:a16="http://schemas.microsoft.com/office/drawing/2014/main" id="{DDE2BE31-0F4C-4365-B5E6-E057C509A4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4851" y="4640306"/>
              <a:ext cx="38816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algn="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800" b="0"/>
                <a:t>d1</a:t>
              </a:r>
              <a:endParaRPr lang="zh-CN" altLang="en-US" sz="1800" b="0"/>
            </a:p>
          </p:txBody>
        </p:sp>
        <p:cxnSp>
          <p:nvCxnSpPr>
            <p:cNvPr id="84" name="直接连接符 83">
              <a:extLst>
                <a:ext uri="{FF2B5EF4-FFF2-40B4-BE49-F238E27FC236}">
                  <a16:creationId xmlns:a16="http://schemas.microsoft.com/office/drawing/2014/main" id="{4E28C411-C257-48EA-90AF-E8C87D785D61}"/>
                </a:ext>
              </a:extLst>
            </p:cNvPr>
            <p:cNvCxnSpPr/>
            <p:nvPr/>
          </p:nvCxnSpPr>
          <p:spPr bwMode="auto">
            <a:xfrm rot="16200000" flipH="1">
              <a:off x="1020086" y="5084895"/>
              <a:ext cx="80207" cy="953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688" name="TextBox 71">
              <a:extLst>
                <a:ext uri="{FF2B5EF4-FFF2-40B4-BE49-F238E27FC236}">
                  <a16:creationId xmlns:a16="http://schemas.microsoft.com/office/drawing/2014/main" id="{AF6C0E32-63C4-4379-B359-473AC83E78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74483" y="4828630"/>
              <a:ext cx="27194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800" b="0" dirty="0"/>
                <a:t>4</a:t>
              </a:r>
              <a:endParaRPr lang="zh-CN" altLang="en-US" sz="1800" b="0" dirty="0"/>
            </a:p>
          </p:txBody>
        </p:sp>
        <p:sp>
          <p:nvSpPr>
            <p:cNvPr id="21689" name="TextBox 72">
              <a:extLst>
                <a:ext uri="{FF2B5EF4-FFF2-40B4-BE49-F238E27FC236}">
                  <a16:creationId xmlns:a16="http://schemas.microsoft.com/office/drawing/2014/main" id="{C14F17D3-4C87-47C6-8CE8-E00894950C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1759" y="4921578"/>
              <a:ext cx="38816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algn="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800" b="0"/>
                <a:t>d2</a:t>
              </a:r>
              <a:endParaRPr lang="zh-CN" altLang="en-US" sz="1800" b="0"/>
            </a:p>
          </p:txBody>
        </p:sp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5799E47A-BCDB-4E2E-AA9A-7DD6AF47A56D}"/>
                </a:ext>
              </a:extLst>
            </p:cNvPr>
            <p:cNvGrpSpPr/>
            <p:nvPr/>
          </p:nvGrpSpPr>
          <p:grpSpPr>
            <a:xfrm>
              <a:off x="853672" y="4562258"/>
              <a:ext cx="444768" cy="857810"/>
              <a:chOff x="815033" y="4562258"/>
              <a:chExt cx="483407" cy="857810"/>
            </a:xfrm>
          </p:grpSpPr>
          <p:cxnSp>
            <p:nvCxnSpPr>
              <p:cNvPr id="75" name="直接连接符 74">
                <a:extLst>
                  <a:ext uri="{FF2B5EF4-FFF2-40B4-BE49-F238E27FC236}">
                    <a16:creationId xmlns:a16="http://schemas.microsoft.com/office/drawing/2014/main" id="{139B7C74-3D69-4DCB-BDCD-3F16CD1DC76A}"/>
                  </a:ext>
                </a:extLst>
              </p:cNvPr>
              <p:cNvCxnSpPr/>
              <p:nvPr/>
            </p:nvCxnSpPr>
            <p:spPr bwMode="auto">
              <a:xfrm>
                <a:off x="821939" y="4562258"/>
                <a:ext cx="476501" cy="1359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直接连接符 78">
                <a:extLst>
                  <a:ext uri="{FF2B5EF4-FFF2-40B4-BE49-F238E27FC236}">
                    <a16:creationId xmlns:a16="http://schemas.microsoft.com/office/drawing/2014/main" id="{B9797535-407C-4BA4-8C4B-8E27C803EC39}"/>
                  </a:ext>
                </a:extLst>
              </p:cNvPr>
              <p:cNvCxnSpPr/>
              <p:nvPr/>
            </p:nvCxnSpPr>
            <p:spPr bwMode="auto">
              <a:xfrm>
                <a:off x="815033" y="4850460"/>
                <a:ext cx="476502" cy="1359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直接连接符 82">
                <a:extLst>
                  <a:ext uri="{FF2B5EF4-FFF2-40B4-BE49-F238E27FC236}">
                    <a16:creationId xmlns:a16="http://schemas.microsoft.com/office/drawing/2014/main" id="{797A1740-528B-4242-860B-C0A3DAE55EDB}"/>
                  </a:ext>
                </a:extLst>
              </p:cNvPr>
              <p:cNvCxnSpPr/>
              <p:nvPr/>
            </p:nvCxnSpPr>
            <p:spPr bwMode="auto">
              <a:xfrm>
                <a:off x="821939" y="5131865"/>
                <a:ext cx="476501" cy="136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直接连接符 86">
                <a:extLst>
                  <a:ext uri="{FF2B5EF4-FFF2-40B4-BE49-F238E27FC236}">
                    <a16:creationId xmlns:a16="http://schemas.microsoft.com/office/drawing/2014/main" id="{9CF06FAE-15FE-4E2D-8463-ED4573A42FEC}"/>
                  </a:ext>
                </a:extLst>
              </p:cNvPr>
              <p:cNvCxnSpPr/>
              <p:nvPr/>
            </p:nvCxnSpPr>
            <p:spPr bwMode="auto">
              <a:xfrm>
                <a:off x="815033" y="5418709"/>
                <a:ext cx="476502" cy="1359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88" name="直接连接符 87">
              <a:extLst>
                <a:ext uri="{FF2B5EF4-FFF2-40B4-BE49-F238E27FC236}">
                  <a16:creationId xmlns:a16="http://schemas.microsoft.com/office/drawing/2014/main" id="{BB26A0F0-A961-4B1C-B9DB-24E936B4946B}"/>
                </a:ext>
              </a:extLst>
            </p:cNvPr>
            <p:cNvCxnSpPr/>
            <p:nvPr/>
          </p:nvCxnSpPr>
          <p:spPr bwMode="auto">
            <a:xfrm rot="16200000" flipH="1">
              <a:off x="1012500" y="5372418"/>
              <a:ext cx="81567" cy="9530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692" name="TextBox 75">
              <a:extLst>
                <a:ext uri="{FF2B5EF4-FFF2-40B4-BE49-F238E27FC236}">
                  <a16:creationId xmlns:a16="http://schemas.microsoft.com/office/drawing/2014/main" id="{1E0A7D1C-27A2-4CCE-8D79-4CF5A306C6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7577" y="5116267"/>
              <a:ext cx="27194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800" b="0" dirty="0"/>
                <a:t>4</a:t>
              </a:r>
              <a:endParaRPr lang="zh-CN" altLang="en-US" sz="1800" b="0" dirty="0"/>
            </a:p>
          </p:txBody>
        </p:sp>
        <p:sp>
          <p:nvSpPr>
            <p:cNvPr id="21693" name="TextBox 76">
              <a:extLst>
                <a:ext uri="{FF2B5EF4-FFF2-40B4-BE49-F238E27FC236}">
                  <a16:creationId xmlns:a16="http://schemas.microsoft.com/office/drawing/2014/main" id="{8CB10CB3-0C1E-4DB5-827B-A46BAC9CBD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4851" y="5209216"/>
              <a:ext cx="38816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algn="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800" b="0" dirty="0"/>
                <a:t>d3</a:t>
              </a:r>
              <a:endParaRPr lang="zh-CN" altLang="en-US" sz="1800" b="0" dirty="0"/>
            </a:p>
          </p:txBody>
        </p:sp>
        <p:sp>
          <p:nvSpPr>
            <p:cNvPr id="21656" name="TextBox 78">
              <a:extLst>
                <a:ext uri="{FF2B5EF4-FFF2-40B4-BE49-F238E27FC236}">
                  <a16:creationId xmlns:a16="http://schemas.microsoft.com/office/drawing/2014/main" id="{8A703C67-85BE-42A0-9CD0-DDCC619B56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78539" y="1373587"/>
              <a:ext cx="4346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800" b="0" dirty="0" err="1"/>
                <a:t>clk</a:t>
              </a:r>
              <a:endParaRPr lang="zh-CN" altLang="en-US" sz="1800" b="0" dirty="0"/>
            </a:p>
          </p:txBody>
        </p:sp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B3C71D84-0921-45B3-B613-9816C7367691}"/>
                </a:ext>
              </a:extLst>
            </p:cNvPr>
            <p:cNvCxnSpPr/>
            <p:nvPr/>
          </p:nvCxnSpPr>
          <p:spPr bwMode="auto">
            <a:xfrm rot="16200000" flipH="1">
              <a:off x="2227026" y="4936819"/>
              <a:ext cx="112834" cy="9530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658" name="TextBox 88">
              <a:extLst>
                <a:ext uri="{FF2B5EF4-FFF2-40B4-BE49-F238E27FC236}">
                  <a16:creationId xmlns:a16="http://schemas.microsoft.com/office/drawing/2014/main" id="{337AFB2F-9988-47AB-8FD7-D5CBC5FBB9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39488" y="4622614"/>
              <a:ext cx="287258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="0" dirty="0"/>
                <a:t>4</a:t>
              </a:r>
              <a:endParaRPr lang="zh-CN" altLang="en-US" sz="1600" b="0" dirty="0"/>
            </a:p>
          </p:txBody>
        </p:sp>
        <p:sp>
          <p:nvSpPr>
            <p:cNvPr id="21659" name="TextBox 91">
              <a:extLst>
                <a:ext uri="{FF2B5EF4-FFF2-40B4-BE49-F238E27FC236}">
                  <a16:creationId xmlns:a16="http://schemas.microsoft.com/office/drawing/2014/main" id="{ABAE6F55-DF8D-4135-92BF-BD71AFC464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9238" y="4787325"/>
              <a:ext cx="40267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800" b="0"/>
                <a:t>cn</a:t>
              </a:r>
              <a:endParaRPr lang="zh-CN" altLang="en-US" sz="1800" b="0" dirty="0"/>
            </a:p>
          </p:txBody>
        </p:sp>
        <p:cxnSp>
          <p:nvCxnSpPr>
            <p:cNvPr id="59" name="直接连接符 58">
              <a:extLst>
                <a:ext uri="{FF2B5EF4-FFF2-40B4-BE49-F238E27FC236}">
                  <a16:creationId xmlns:a16="http://schemas.microsoft.com/office/drawing/2014/main" id="{34FFDCAD-D028-4908-9E09-4BDE57581E38}"/>
                </a:ext>
              </a:extLst>
            </p:cNvPr>
            <p:cNvCxnSpPr>
              <a:stCxn id="21652" idx="2"/>
              <a:endCxn id="21653" idx="0"/>
            </p:cNvCxnSpPr>
            <p:nvPr/>
          </p:nvCxnSpPr>
          <p:spPr bwMode="auto">
            <a:xfrm>
              <a:off x="1680981" y="2629293"/>
              <a:ext cx="5513" cy="48360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661" name="TextBox 110">
              <a:extLst>
                <a:ext uri="{FF2B5EF4-FFF2-40B4-BE49-F238E27FC236}">
                  <a16:creationId xmlns:a16="http://schemas.microsoft.com/office/drawing/2014/main" id="{4A1DCEE3-DE34-4080-A953-66432CE2A0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39626" y="3631135"/>
              <a:ext cx="287258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="0"/>
                <a:t>2</a:t>
              </a:r>
              <a:endParaRPr lang="zh-CN" altLang="en-US" sz="1600" b="0"/>
            </a:p>
          </p:txBody>
        </p:sp>
        <p:sp>
          <p:nvSpPr>
            <p:cNvPr id="21662" name="TextBox 112">
              <a:extLst>
                <a:ext uri="{FF2B5EF4-FFF2-40B4-BE49-F238E27FC236}">
                  <a16:creationId xmlns:a16="http://schemas.microsoft.com/office/drawing/2014/main" id="{1E823C0D-1A4B-457D-99ED-F685F56C2D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90708" y="3795630"/>
              <a:ext cx="36492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800" b="0" dirty="0"/>
                <a:t>an</a:t>
              </a:r>
              <a:endParaRPr lang="zh-CN" altLang="en-US" sz="1800" b="0" dirty="0"/>
            </a:p>
          </p:txBody>
        </p: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40945F2E-F587-4B9E-8410-E3E258B247F4}"/>
                </a:ext>
              </a:extLst>
            </p:cNvPr>
            <p:cNvCxnSpPr>
              <a:stCxn id="21653" idx="2"/>
              <a:endCxn id="21664" idx="0"/>
            </p:cNvCxnSpPr>
            <p:nvPr/>
          </p:nvCxnSpPr>
          <p:spPr bwMode="auto">
            <a:xfrm>
              <a:off x="1686547" y="3605206"/>
              <a:ext cx="4143" cy="8143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664" name="TextBox 54">
              <a:extLst>
                <a:ext uri="{FF2B5EF4-FFF2-40B4-BE49-F238E27FC236}">
                  <a16:creationId xmlns:a16="http://schemas.microsoft.com/office/drawing/2014/main" id="{94AF07AC-8438-41C8-9E65-3CB1B8E732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77939" y="4420072"/>
              <a:ext cx="826016" cy="113575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1800"/>
                <a:t>多路</a:t>
              </a:r>
              <a:endParaRPr lang="en-US" altLang="zh-CN" sz="1800"/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1800"/>
                <a:t>选择器</a:t>
              </a:r>
            </a:p>
          </p:txBody>
        </p:sp>
        <p:cxnSp>
          <p:nvCxnSpPr>
            <p:cNvPr id="65" name="直接连接符 64">
              <a:extLst>
                <a:ext uri="{FF2B5EF4-FFF2-40B4-BE49-F238E27FC236}">
                  <a16:creationId xmlns:a16="http://schemas.microsoft.com/office/drawing/2014/main" id="{72227145-0C2D-4D41-B285-1C53F4B272BE}"/>
                </a:ext>
              </a:extLst>
            </p:cNvPr>
            <p:cNvCxnSpPr>
              <a:stCxn id="21661" idx="3"/>
            </p:cNvCxnSpPr>
            <p:nvPr/>
          </p:nvCxnSpPr>
          <p:spPr bwMode="auto">
            <a:xfrm>
              <a:off x="1626884" y="3800412"/>
              <a:ext cx="101421" cy="4425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667" name="TextBox 110">
              <a:extLst>
                <a:ext uri="{FF2B5EF4-FFF2-40B4-BE49-F238E27FC236}">
                  <a16:creationId xmlns:a16="http://schemas.microsoft.com/office/drawing/2014/main" id="{D0C33488-79BC-49DC-8021-D684D767B5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73705" y="3640501"/>
              <a:ext cx="287258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="0" dirty="0"/>
                <a:t>4</a:t>
              </a:r>
              <a:endParaRPr lang="zh-CN" altLang="en-US" sz="1600" b="0" dirty="0"/>
            </a:p>
          </p:txBody>
        </p:sp>
        <p:sp>
          <p:nvSpPr>
            <p:cNvPr id="21668" name="TextBox 53">
              <a:extLst>
                <a:ext uri="{FF2B5EF4-FFF2-40B4-BE49-F238E27FC236}">
                  <a16:creationId xmlns:a16="http://schemas.microsoft.com/office/drawing/2014/main" id="{1EDDDEE5-00EE-4547-9148-1B8853E342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44788" y="3778047"/>
              <a:ext cx="826016" cy="50047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1800"/>
                <a:t>译码器</a:t>
              </a:r>
            </a:p>
          </p:txBody>
        </p:sp>
        <p:cxnSp>
          <p:nvCxnSpPr>
            <p:cNvPr id="68" name="直接连接符 67">
              <a:extLst>
                <a:ext uri="{FF2B5EF4-FFF2-40B4-BE49-F238E27FC236}">
                  <a16:creationId xmlns:a16="http://schemas.microsoft.com/office/drawing/2014/main" id="{70BF3B5D-9678-46F2-882E-65986C62DDE4}"/>
                </a:ext>
              </a:extLst>
            </p:cNvPr>
            <p:cNvCxnSpPr>
              <a:cxnSpLocks/>
              <a:endCxn id="21668" idx="1"/>
            </p:cNvCxnSpPr>
            <p:nvPr/>
          </p:nvCxnSpPr>
          <p:spPr bwMode="auto">
            <a:xfrm>
              <a:off x="1686547" y="4027993"/>
              <a:ext cx="458546" cy="0"/>
            </a:xfrm>
            <a:prstGeom prst="line">
              <a:avLst/>
            </a:prstGeom>
            <a:ln w="19050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670" name="TextBox 78">
              <a:extLst>
                <a:ext uri="{FF2B5EF4-FFF2-40B4-BE49-F238E27FC236}">
                  <a16:creationId xmlns:a16="http://schemas.microsoft.com/office/drawing/2014/main" id="{05109DD9-D69B-4F06-B554-946CFCE131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1534" y="1363491"/>
              <a:ext cx="108234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800" b="0" dirty="0"/>
                <a:t>(100mhz)</a:t>
              </a:r>
              <a:endParaRPr lang="zh-CN" altLang="en-US" sz="1800" b="0" dirty="0"/>
            </a:p>
          </p:txBody>
        </p:sp>
        <p:cxnSp>
          <p:nvCxnSpPr>
            <p:cNvPr id="70" name="直接连接符 69">
              <a:extLst>
                <a:ext uri="{FF2B5EF4-FFF2-40B4-BE49-F238E27FC236}">
                  <a16:creationId xmlns:a16="http://schemas.microsoft.com/office/drawing/2014/main" id="{0F83B37D-B900-4555-BC54-3A547941F9C7}"/>
                </a:ext>
              </a:extLst>
            </p:cNvPr>
            <p:cNvCxnSpPr/>
            <p:nvPr/>
          </p:nvCxnSpPr>
          <p:spPr bwMode="auto">
            <a:xfrm rot="16200000" flipH="1">
              <a:off x="3159765" y="3963351"/>
              <a:ext cx="112835" cy="9530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672" name="TextBox 53">
              <a:extLst>
                <a:ext uri="{FF2B5EF4-FFF2-40B4-BE49-F238E27FC236}">
                  <a16:creationId xmlns:a16="http://schemas.microsoft.com/office/drawing/2014/main" id="{3A106F46-D106-42DD-8ECC-466D8E44DF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83768" y="4685232"/>
              <a:ext cx="826016" cy="619107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800"/>
                <a:t>7</a:t>
              </a:r>
              <a:r>
                <a:rPr lang="zh-CN" altLang="en-US" sz="1800"/>
                <a:t>段</a:t>
              </a:r>
              <a:endParaRPr lang="en-US" altLang="zh-CN" sz="1800"/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1800"/>
                <a:t>译码器</a:t>
              </a:r>
            </a:p>
          </p:txBody>
        </p:sp>
        <p:cxnSp>
          <p:nvCxnSpPr>
            <p:cNvPr id="94" name="直接连接符 93">
              <a:extLst>
                <a:ext uri="{FF2B5EF4-FFF2-40B4-BE49-F238E27FC236}">
                  <a16:creationId xmlns:a16="http://schemas.microsoft.com/office/drawing/2014/main" id="{DC3E1A77-429D-4548-BA20-77EE42569177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093989" y="4991946"/>
              <a:ext cx="389779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接连接符 95">
              <a:extLst>
                <a:ext uri="{FF2B5EF4-FFF2-40B4-BE49-F238E27FC236}">
                  <a16:creationId xmlns:a16="http://schemas.microsoft.com/office/drawing/2014/main" id="{C2F45CF0-767C-483B-93E6-F2221E0D7879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966883" y="4011681"/>
              <a:ext cx="458546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" name="直接连接符 288">
              <a:extLst>
                <a:ext uri="{FF2B5EF4-FFF2-40B4-BE49-F238E27FC236}">
                  <a16:creationId xmlns:a16="http://schemas.microsoft.com/office/drawing/2014/main" id="{60B4730B-4EB8-4B8A-BAAB-D8F4795B27C6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1690053" y="1793940"/>
              <a:ext cx="0" cy="31603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6" name="直接连接符 365">
              <a:extLst>
                <a:ext uri="{FF2B5EF4-FFF2-40B4-BE49-F238E27FC236}">
                  <a16:creationId xmlns:a16="http://schemas.microsoft.com/office/drawing/2014/main" id="{04410477-771E-4D94-A7ED-2B64C9CA6D2A}"/>
                </a:ext>
              </a:extLst>
            </p:cNvPr>
            <p:cNvCxnSpPr/>
            <p:nvPr/>
          </p:nvCxnSpPr>
          <p:spPr bwMode="auto">
            <a:xfrm rot="16200000" flipH="1">
              <a:off x="3428213" y="4945166"/>
              <a:ext cx="112834" cy="9530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7" name="TextBox 88">
              <a:extLst>
                <a:ext uri="{FF2B5EF4-FFF2-40B4-BE49-F238E27FC236}">
                  <a16:creationId xmlns:a16="http://schemas.microsoft.com/office/drawing/2014/main" id="{442B02DD-CB2D-4680-9280-B4754370F3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33055" y="4641315"/>
              <a:ext cx="287258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="0" dirty="0"/>
                <a:t>7</a:t>
              </a:r>
              <a:endParaRPr lang="zh-CN" altLang="en-US" sz="1600" b="0" dirty="0"/>
            </a:p>
          </p:txBody>
        </p:sp>
        <p:cxnSp>
          <p:nvCxnSpPr>
            <p:cNvPr id="368" name="直接连接符 367">
              <a:extLst>
                <a:ext uri="{FF2B5EF4-FFF2-40B4-BE49-F238E27FC236}">
                  <a16:creationId xmlns:a16="http://schemas.microsoft.com/office/drawing/2014/main" id="{32A1817E-889C-475F-87DB-B75062313D5F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3295176" y="5000293"/>
              <a:ext cx="391319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5F7E53-6912-4CBB-95E8-E23884E60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定时器设计与下载测试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EFAD60A-5CFC-4506-9985-053A0F12C8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3000"/>
            <a:ext cx="3967018" cy="4895435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zh-CN" altLang="en-US" sz="2800" dirty="0"/>
              <a:t>要求采用模块化设计</a:t>
            </a:r>
            <a:endParaRPr lang="en-US" altLang="zh-CN" sz="2800" dirty="0"/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lang="zh-CN" altLang="en-US" sz="2400" dirty="0"/>
              <a:t>计数器</a:t>
            </a:r>
            <a:r>
              <a:rPr lang="en-US" altLang="zh-CN" sz="2400" dirty="0"/>
              <a:t>CNT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lang="zh-CN" altLang="en-US" sz="2400" dirty="0"/>
              <a:t>去抖动</a:t>
            </a:r>
            <a:r>
              <a:rPr lang="en-US" altLang="zh-CN" sz="2400" dirty="0"/>
              <a:t>DB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lang="zh-CN" altLang="en-US" sz="2400" dirty="0"/>
              <a:t>复位处理</a:t>
            </a:r>
            <a:r>
              <a:rPr lang="en-US" altLang="zh-CN" sz="2400" dirty="0"/>
              <a:t>RST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lang="zh-CN" altLang="en-US" sz="2400" dirty="0"/>
              <a:t>有限状态机</a:t>
            </a:r>
            <a:r>
              <a:rPr lang="en-US" altLang="zh-CN" sz="2400" dirty="0"/>
              <a:t>FSM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lang="zh-CN" altLang="en-US" sz="2400" dirty="0"/>
              <a:t>相等比较器</a:t>
            </a:r>
            <a:r>
              <a:rPr lang="en-US" altLang="zh-CN" sz="2400" dirty="0"/>
              <a:t>EQU</a:t>
            </a:r>
          </a:p>
          <a:p>
            <a:pPr marL="457200" lvl="1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zh-CN" altLang="en-US" sz="2400" dirty="0"/>
              <a:t>（看看要几个</a:t>
            </a:r>
            <a:r>
              <a:rPr lang="en-US" altLang="zh-CN" sz="2400" dirty="0"/>
              <a:t>EQU</a:t>
            </a:r>
            <a:r>
              <a:rPr lang="zh-CN" altLang="en-US" sz="2400" dirty="0"/>
              <a:t>）</a:t>
            </a:r>
            <a:endParaRPr lang="en-US" altLang="zh-CN" sz="2400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07F2AB2-B78B-4991-89D7-B54AE6494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0FC046F-C8B0-4E23-B1AA-02926C53D775}" type="datetime1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46ACD56-8E35-4442-8E9D-ED178A940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数字逻辑设计进阶实验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63668-BD7E-4F37-853E-0149F097C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D601D92-7DBD-45E5-8861-874C856BB5D7}" type="slidenum">
              <a:rPr lang="en-US" altLang="zh-CN" smtClean="0"/>
              <a:pPr>
                <a:defRPr/>
              </a:pPr>
              <a:t>10</a:t>
            </a:fld>
            <a:endParaRPr lang="en-US" altLang="zh-CN"/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B34BCA6E-9E6F-47A5-82DF-CB0FA705FCD1}"/>
              </a:ext>
            </a:extLst>
          </p:cNvPr>
          <p:cNvGrpSpPr/>
          <p:nvPr/>
        </p:nvGrpSpPr>
        <p:grpSpPr>
          <a:xfrm>
            <a:off x="6436397" y="4496285"/>
            <a:ext cx="1584176" cy="1608571"/>
            <a:chOff x="1799692" y="4139463"/>
            <a:chExt cx="1584176" cy="1666023"/>
          </a:xfrm>
        </p:grpSpPr>
        <p:sp>
          <p:nvSpPr>
            <p:cNvPr id="23" name="矩形 1">
              <a:extLst>
                <a:ext uri="{FF2B5EF4-FFF2-40B4-BE49-F238E27FC236}">
                  <a16:creationId xmlns:a16="http://schemas.microsoft.com/office/drawing/2014/main" id="{EF384E72-F1DE-4511-8658-2BC93BE764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5392" y="4140200"/>
              <a:ext cx="856572" cy="1665286"/>
            </a:xfrm>
            <a:prstGeom prst="rect">
              <a:avLst/>
            </a:prstGeom>
            <a:noFill/>
            <a:ln w="2857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000" b="0"/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A3AFE9F2-BFAC-4805-9432-2416FA0B785A}"/>
                </a:ext>
              </a:extLst>
            </p:cNvPr>
            <p:cNvSpPr txBox="1"/>
            <p:nvPr/>
          </p:nvSpPr>
          <p:spPr bwMode="auto">
            <a:xfrm rot="5400000">
              <a:off x="2492387" y="4104357"/>
              <a:ext cx="430887" cy="501099"/>
            </a:xfrm>
            <a:prstGeom prst="rect">
              <a:avLst/>
            </a:prstGeom>
            <a:noFill/>
          </p:spPr>
          <p:txBody>
            <a:bodyPr vert="vert270"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CNT</a:t>
              </a:r>
              <a:endPara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DC280FC3-23EC-4EE5-A2C9-E54C030BB159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3024188" y="5013325"/>
              <a:ext cx="35968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32">
              <a:extLst>
                <a:ext uri="{FF2B5EF4-FFF2-40B4-BE49-F238E27FC236}">
                  <a16:creationId xmlns:a16="http://schemas.microsoft.com/office/drawing/2014/main" id="{973EBB97-5A7E-43DA-8B0B-A3B62C6784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23071" y="4818954"/>
              <a:ext cx="128240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0" dirty="0"/>
                <a:t>q</a:t>
              </a:r>
              <a:endParaRPr lang="zh-CN" altLang="en-US" sz="2000" b="0" dirty="0"/>
            </a:p>
          </p:txBody>
        </p:sp>
        <p:grpSp>
          <p:nvGrpSpPr>
            <p:cNvPr id="27" name="组合 26">
              <a:extLst>
                <a:ext uri="{FF2B5EF4-FFF2-40B4-BE49-F238E27FC236}">
                  <a16:creationId xmlns:a16="http://schemas.microsoft.com/office/drawing/2014/main" id="{F167BA8F-5A1B-4BA4-B282-C70D2A3988DA}"/>
                </a:ext>
              </a:extLst>
            </p:cNvPr>
            <p:cNvGrpSpPr/>
            <p:nvPr/>
          </p:nvGrpSpPr>
          <p:grpSpPr>
            <a:xfrm>
              <a:off x="1799692" y="4246735"/>
              <a:ext cx="825899" cy="1468957"/>
              <a:chOff x="1799692" y="4170079"/>
              <a:chExt cx="825899" cy="1616087"/>
            </a:xfrm>
          </p:grpSpPr>
          <p:sp>
            <p:nvSpPr>
              <p:cNvPr id="28" name="TextBox 32">
                <a:extLst>
                  <a:ext uri="{FF2B5EF4-FFF2-40B4-BE49-F238E27FC236}">
                    <a16:creationId xmlns:a16="http://schemas.microsoft.com/office/drawing/2014/main" id="{72AAC6B9-18DE-4089-BE31-C66A6EE60F4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63168" y="4170079"/>
                <a:ext cx="312074" cy="383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>
                <a:noAutofit/>
              </a:bodyPr>
              <a:lstStyle>
                <a:lvl1pPr>
                  <a:spcBef>
                    <a:spcPct val="20000"/>
                  </a:spcBef>
                  <a:buChar char="•"/>
                  <a:defRPr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000" b="0" dirty="0"/>
                  <a:t>d</a:t>
                </a:r>
                <a:endParaRPr lang="zh-CN" altLang="en-US" sz="2000" b="0" dirty="0"/>
              </a:p>
            </p:txBody>
          </p:sp>
          <p:cxnSp>
            <p:nvCxnSpPr>
              <p:cNvPr id="29" name="直接连接符 28">
                <a:extLst>
                  <a:ext uri="{FF2B5EF4-FFF2-40B4-BE49-F238E27FC236}">
                    <a16:creationId xmlns:a16="http://schemas.microsoft.com/office/drawing/2014/main" id="{6823799E-B01C-47AC-88C6-00B4AB54655E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1799692" y="4391024"/>
                <a:ext cx="354459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接连接符 29">
                <a:extLst>
                  <a:ext uri="{FF2B5EF4-FFF2-40B4-BE49-F238E27FC236}">
                    <a16:creationId xmlns:a16="http://schemas.microsoft.com/office/drawing/2014/main" id="{6DF21514-856F-4A56-810B-41EF2A08125A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1799692" y="5327650"/>
                <a:ext cx="36570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TextBox 34">
                <a:extLst>
                  <a:ext uri="{FF2B5EF4-FFF2-40B4-BE49-F238E27FC236}">
                    <a16:creationId xmlns:a16="http://schemas.microsoft.com/office/drawing/2014/main" id="{A2161FB9-DEB3-465C-B6AB-9E3D0BE6C52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65392" y="5102269"/>
                <a:ext cx="460199" cy="383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>
                <a:noAutofit/>
              </a:bodyPr>
              <a:lstStyle>
                <a:lvl1pPr>
                  <a:spcBef>
                    <a:spcPct val="20000"/>
                  </a:spcBef>
                  <a:buChar char="•"/>
                  <a:defRPr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000" b="0"/>
                  <a:t>rst</a:t>
                </a:r>
                <a:endParaRPr lang="zh-CN" altLang="en-US" sz="2000" b="0" dirty="0"/>
              </a:p>
            </p:txBody>
          </p:sp>
          <p:cxnSp>
            <p:nvCxnSpPr>
              <p:cNvPr id="32" name="直接连接符 31">
                <a:extLst>
                  <a:ext uri="{FF2B5EF4-FFF2-40B4-BE49-F238E27FC236}">
                    <a16:creationId xmlns:a16="http://schemas.microsoft.com/office/drawing/2014/main" id="{663B5B9F-A5B9-43DE-A8C9-521EDF661F58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1799692" y="5616575"/>
                <a:ext cx="354459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3" name="TextBox 34">
                <a:extLst>
                  <a:ext uri="{FF2B5EF4-FFF2-40B4-BE49-F238E27FC236}">
                    <a16:creationId xmlns:a16="http://schemas.microsoft.com/office/drawing/2014/main" id="{2671B212-E28D-490A-B2CF-5043C9B8E22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87525" y="5402951"/>
                <a:ext cx="438066" cy="383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>
                <a:noAutofit/>
              </a:bodyPr>
              <a:lstStyle>
                <a:lvl1pPr>
                  <a:spcBef>
                    <a:spcPct val="20000"/>
                  </a:spcBef>
                  <a:buChar char="•"/>
                  <a:defRPr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000" b="0" dirty="0" err="1"/>
                  <a:t>clk</a:t>
                </a:r>
                <a:endParaRPr lang="zh-CN" altLang="en-US" sz="2000" b="0" dirty="0"/>
              </a:p>
            </p:txBody>
          </p:sp>
          <p:cxnSp>
            <p:nvCxnSpPr>
              <p:cNvPr id="34" name="直接连接符 33">
                <a:extLst>
                  <a:ext uri="{FF2B5EF4-FFF2-40B4-BE49-F238E27FC236}">
                    <a16:creationId xmlns:a16="http://schemas.microsoft.com/office/drawing/2014/main" id="{C78751BD-DF5A-4A3F-A531-FFC736878859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1799692" y="4699000"/>
                <a:ext cx="354459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834FEAF2-366F-4678-A56A-F8494ECCD1A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65392" y="4462261"/>
                <a:ext cx="460199" cy="383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>
                <a:noAutofit/>
              </a:bodyPr>
              <a:lstStyle>
                <a:lvl1pPr>
                  <a:spcBef>
                    <a:spcPct val="20000"/>
                  </a:spcBef>
                  <a:buChar char="•"/>
                  <a:defRPr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000" b="0" dirty="0"/>
                  <a:t>pe</a:t>
                </a:r>
                <a:endParaRPr lang="zh-CN" altLang="en-US" sz="2000" b="0" dirty="0"/>
              </a:p>
            </p:txBody>
          </p:sp>
          <p:cxnSp>
            <p:nvCxnSpPr>
              <p:cNvPr id="36" name="直接连接符 35">
                <a:extLst>
                  <a:ext uri="{FF2B5EF4-FFF2-40B4-BE49-F238E27FC236}">
                    <a16:creationId xmlns:a16="http://schemas.microsoft.com/office/drawing/2014/main" id="{AB395717-ED50-48DD-A686-DB6FC1EE6F4F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1799692" y="5011738"/>
                <a:ext cx="36570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7" name="TextBox 34">
                <a:extLst>
                  <a:ext uri="{FF2B5EF4-FFF2-40B4-BE49-F238E27FC236}">
                    <a16:creationId xmlns:a16="http://schemas.microsoft.com/office/drawing/2014/main" id="{90714375-FCBC-4AF7-BC93-A87285F63FC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65393" y="4790166"/>
                <a:ext cx="424723" cy="383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>
                <a:noAutofit/>
              </a:bodyPr>
              <a:lstStyle>
                <a:lvl1pPr>
                  <a:spcBef>
                    <a:spcPct val="20000"/>
                  </a:spcBef>
                  <a:buChar char="•"/>
                  <a:defRPr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000" b="0" dirty="0" err="1"/>
                  <a:t>ce</a:t>
                </a:r>
                <a:endParaRPr lang="zh-CN" altLang="en-US" sz="2000" b="0" dirty="0"/>
              </a:p>
            </p:txBody>
          </p:sp>
        </p:grpSp>
      </p:grpSp>
      <p:sp>
        <p:nvSpPr>
          <p:cNvPr id="52" name="TextBox 32">
            <a:extLst>
              <a:ext uri="{FF2B5EF4-FFF2-40B4-BE49-F238E27FC236}">
                <a16:creationId xmlns:a16="http://schemas.microsoft.com/office/drawing/2014/main" id="{F0A3865A-4403-44AD-B101-B527BB9751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85818" y="3136630"/>
            <a:ext cx="551433" cy="2674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0"/>
              <a:t>(btnc)</a:t>
            </a:r>
            <a:endParaRPr lang="zh-CN" altLang="en-US" sz="1800" b="0" dirty="0"/>
          </a:p>
        </p:txBody>
      </p:sp>
      <p:grpSp>
        <p:nvGrpSpPr>
          <p:cNvPr id="121" name="组合 120">
            <a:extLst>
              <a:ext uri="{FF2B5EF4-FFF2-40B4-BE49-F238E27FC236}">
                <a16:creationId xmlns:a16="http://schemas.microsoft.com/office/drawing/2014/main" id="{5DF0756E-F268-4027-9C98-DDA87A5732B6}"/>
              </a:ext>
            </a:extLst>
          </p:cNvPr>
          <p:cNvGrpSpPr/>
          <p:nvPr/>
        </p:nvGrpSpPr>
        <p:grpSpPr>
          <a:xfrm>
            <a:off x="6279550" y="3085201"/>
            <a:ext cx="1744810" cy="1234291"/>
            <a:chOff x="6149194" y="4330500"/>
            <a:chExt cx="1744810" cy="1278375"/>
          </a:xfrm>
        </p:grpSpPr>
        <p:sp>
          <p:nvSpPr>
            <p:cNvPr id="21" name="Text Box 4">
              <a:extLst>
                <a:ext uri="{FF2B5EF4-FFF2-40B4-BE49-F238E27FC236}">
                  <a16:creationId xmlns:a16="http://schemas.microsoft.com/office/drawing/2014/main" id="{C1F74D3D-0185-4AD8-9043-4E44C72BB4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14894" y="4330500"/>
              <a:ext cx="1007790" cy="1278375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0" tIns="0" rIns="0" bIns="0" anchor="t" anchorCtr="0">
              <a:no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800" b="0"/>
                <a:t>FSM</a:t>
              </a:r>
              <a:endParaRPr lang="en-US" altLang="zh-CN" sz="1600" b="0" dirty="0"/>
            </a:p>
          </p:txBody>
        </p:sp>
        <p:sp>
          <p:nvSpPr>
            <p:cNvPr id="53" name="TextBox 34">
              <a:extLst>
                <a:ext uri="{FF2B5EF4-FFF2-40B4-BE49-F238E27FC236}">
                  <a16:creationId xmlns:a16="http://schemas.microsoft.com/office/drawing/2014/main" id="{F3407CEE-230E-4186-BD24-4EC197D253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17457" y="5167726"/>
              <a:ext cx="371160" cy="3198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0" dirty="0"/>
                <a:t>td</a:t>
              </a:r>
              <a:endParaRPr lang="zh-CN" altLang="en-US" sz="2000" b="0" dirty="0"/>
            </a:p>
          </p:txBody>
        </p:sp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3008C96C-2D14-4019-90C7-864BD8D69F31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149194" y="4772792"/>
              <a:ext cx="36570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36DFB10D-AB1A-4884-8CF2-9194C46A72A6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149194" y="5083501"/>
              <a:ext cx="36570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TextBox 34">
              <a:extLst>
                <a:ext uri="{FF2B5EF4-FFF2-40B4-BE49-F238E27FC236}">
                  <a16:creationId xmlns:a16="http://schemas.microsoft.com/office/drawing/2014/main" id="{7F26FA72-9821-4D2B-8535-BF4F17D9E0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22029" y="4878639"/>
              <a:ext cx="460199" cy="348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no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0"/>
                <a:t>rst</a:t>
              </a:r>
              <a:endParaRPr lang="zh-CN" altLang="en-US" sz="2000" b="0" dirty="0"/>
            </a:p>
          </p:txBody>
        </p: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3D4CFED1-4956-45BB-B769-36E56156563A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149194" y="5346122"/>
              <a:ext cx="354459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TextBox 34">
              <a:extLst>
                <a:ext uri="{FF2B5EF4-FFF2-40B4-BE49-F238E27FC236}">
                  <a16:creationId xmlns:a16="http://schemas.microsoft.com/office/drawing/2014/main" id="{DE9B4B37-8BAC-4ADD-A13B-D46CEFB7BB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46972" y="5151946"/>
              <a:ext cx="438066" cy="348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no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0" dirty="0" err="1"/>
                <a:t>clk</a:t>
              </a:r>
              <a:endParaRPr lang="zh-CN" altLang="en-US" sz="2000" b="0" dirty="0"/>
            </a:p>
          </p:txBody>
        </p:sp>
        <p:cxnSp>
          <p:nvCxnSpPr>
            <p:cNvPr id="59" name="直接连接符 58">
              <a:extLst>
                <a:ext uri="{FF2B5EF4-FFF2-40B4-BE49-F238E27FC236}">
                  <a16:creationId xmlns:a16="http://schemas.microsoft.com/office/drawing/2014/main" id="{864807A4-CD09-46F4-AFA9-07013FA3C4E9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522684" y="5343185"/>
              <a:ext cx="36570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TextBox 34">
              <a:extLst>
                <a:ext uri="{FF2B5EF4-FFF2-40B4-BE49-F238E27FC236}">
                  <a16:creationId xmlns:a16="http://schemas.microsoft.com/office/drawing/2014/main" id="{2D0E56EE-1376-4687-BFA0-A27174F612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59556" y="4559432"/>
              <a:ext cx="460199" cy="348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no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0" dirty="0"/>
                <a:t>pe</a:t>
              </a:r>
              <a:endParaRPr lang="zh-CN" altLang="en-US" sz="2000" b="0" dirty="0"/>
            </a:p>
          </p:txBody>
        </p:sp>
        <p:sp>
          <p:nvSpPr>
            <p:cNvPr id="61" name="TextBox 34">
              <a:extLst>
                <a:ext uri="{FF2B5EF4-FFF2-40B4-BE49-F238E27FC236}">
                  <a16:creationId xmlns:a16="http://schemas.microsoft.com/office/drawing/2014/main" id="{DAD35427-19E3-4707-B07B-BDF436AD4D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86600" y="4857485"/>
              <a:ext cx="424723" cy="348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no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0" dirty="0" err="1"/>
                <a:t>ce</a:t>
              </a:r>
              <a:endParaRPr lang="zh-CN" altLang="en-US" sz="2000" b="0" dirty="0"/>
            </a:p>
          </p:txBody>
        </p: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B7D820FD-240A-495F-8119-B3A8FA0889DC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528304" y="4783854"/>
              <a:ext cx="36570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>
              <a:extLst>
                <a:ext uri="{FF2B5EF4-FFF2-40B4-BE49-F238E27FC236}">
                  <a16:creationId xmlns:a16="http://schemas.microsoft.com/office/drawing/2014/main" id="{3711958D-766E-49B5-A159-EAEBBD1C4122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528304" y="5046475"/>
              <a:ext cx="354459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TextBox 34">
              <a:extLst>
                <a:ext uri="{FF2B5EF4-FFF2-40B4-BE49-F238E27FC236}">
                  <a16:creationId xmlns:a16="http://schemas.microsoft.com/office/drawing/2014/main" id="{2BFC97F7-43E3-4ED5-B36B-9299C5A8B3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90055" y="4587427"/>
              <a:ext cx="424723" cy="348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no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0"/>
                <a:t>st</a:t>
              </a:r>
              <a:endParaRPr lang="zh-CN" altLang="en-US" sz="2000" b="0" dirty="0"/>
            </a:p>
          </p:txBody>
        </p:sp>
      </p:grpSp>
      <p:sp>
        <p:nvSpPr>
          <p:cNvPr id="65" name="TextBox 32">
            <a:extLst>
              <a:ext uri="{FF2B5EF4-FFF2-40B4-BE49-F238E27FC236}">
                <a16:creationId xmlns:a16="http://schemas.microsoft.com/office/drawing/2014/main" id="{75E4BE6C-E06D-4C4D-8520-C574964DA3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8345" y="5394498"/>
            <a:ext cx="907300" cy="2674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0"/>
              <a:t>(led15~0)</a:t>
            </a:r>
            <a:endParaRPr lang="zh-CN" altLang="en-US" sz="1800" b="0" dirty="0"/>
          </a:p>
        </p:txBody>
      </p:sp>
      <p:sp>
        <p:nvSpPr>
          <p:cNvPr id="66" name="TextBox 32">
            <a:extLst>
              <a:ext uri="{FF2B5EF4-FFF2-40B4-BE49-F238E27FC236}">
                <a16:creationId xmlns:a16="http://schemas.microsoft.com/office/drawing/2014/main" id="{4712DBC3-4927-47C2-BF1D-9F657EC9F1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35889" y="4103389"/>
            <a:ext cx="743793" cy="2674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0"/>
              <a:t>(led16r)</a:t>
            </a:r>
            <a:endParaRPr lang="zh-CN" altLang="en-US" sz="1800" b="0" dirty="0"/>
          </a:p>
        </p:txBody>
      </p:sp>
      <p:sp>
        <p:nvSpPr>
          <p:cNvPr id="67" name="矩形 63">
            <a:extLst>
              <a:ext uri="{FF2B5EF4-FFF2-40B4-BE49-F238E27FC236}">
                <a16:creationId xmlns:a16="http://schemas.microsoft.com/office/drawing/2014/main" id="{DF796142-AD0F-433F-BB08-83ED83CD9C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07397" y="5674030"/>
            <a:ext cx="1473157" cy="3565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Aft>
                <a:spcPts val="600"/>
              </a:spcAft>
              <a:buChar char="•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Aft>
                <a:spcPts val="600"/>
              </a:spcAft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Aft>
                <a:spcPts val="600"/>
              </a:spcAft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Aft>
                <a:spcPts val="6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r>
              <a:rPr lang="en-US" altLang="zh-CN" sz="1800" b="0" dirty="0"/>
              <a:t>(clk100mhz)</a:t>
            </a:r>
            <a:endParaRPr lang="zh-CN" altLang="en-US" sz="1800" b="0" dirty="0"/>
          </a:p>
        </p:txBody>
      </p:sp>
      <p:sp>
        <p:nvSpPr>
          <p:cNvPr id="68" name="矩形 47">
            <a:extLst>
              <a:ext uri="{FF2B5EF4-FFF2-40B4-BE49-F238E27FC236}">
                <a16:creationId xmlns:a16="http://schemas.microsoft.com/office/drawing/2014/main" id="{EB68C333-2F16-49B2-8F50-ECDF10515C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6497" y="5387293"/>
            <a:ext cx="915923" cy="3565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Aft>
                <a:spcPts val="600"/>
              </a:spcAft>
              <a:buChar char="•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Aft>
                <a:spcPts val="600"/>
              </a:spcAft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Aft>
                <a:spcPts val="600"/>
              </a:spcAft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Aft>
                <a:spcPts val="6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 algn="r">
              <a:spcAft>
                <a:spcPct val="0"/>
              </a:spcAft>
              <a:buFontTx/>
              <a:buNone/>
            </a:pPr>
            <a:r>
              <a:rPr lang="en-US" altLang="zh-CN" sz="1800" b="0"/>
              <a:t>(resetn)</a:t>
            </a:r>
            <a:endParaRPr lang="zh-CN" altLang="en-US" sz="1800" b="0" dirty="0"/>
          </a:p>
        </p:txBody>
      </p:sp>
      <p:sp>
        <p:nvSpPr>
          <p:cNvPr id="74" name="TextBox 32">
            <a:extLst>
              <a:ext uri="{FF2B5EF4-FFF2-40B4-BE49-F238E27FC236}">
                <a16:creationId xmlns:a16="http://schemas.microsoft.com/office/drawing/2014/main" id="{A77E4A44-B180-4E96-A230-A910864B64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7328" y="4665967"/>
            <a:ext cx="881652" cy="2674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0"/>
              <a:t>(sw15~0)</a:t>
            </a:r>
            <a:endParaRPr lang="zh-CN" altLang="en-US" sz="1800" b="0" dirty="0"/>
          </a:p>
        </p:txBody>
      </p:sp>
      <p:grpSp>
        <p:nvGrpSpPr>
          <p:cNvPr id="92" name="组合 91">
            <a:extLst>
              <a:ext uri="{FF2B5EF4-FFF2-40B4-BE49-F238E27FC236}">
                <a16:creationId xmlns:a16="http://schemas.microsoft.com/office/drawing/2014/main" id="{8392F9E3-5A07-4952-970C-01AB64CD37BF}"/>
              </a:ext>
            </a:extLst>
          </p:cNvPr>
          <p:cNvGrpSpPr/>
          <p:nvPr/>
        </p:nvGrpSpPr>
        <p:grpSpPr>
          <a:xfrm>
            <a:off x="4633033" y="5168836"/>
            <a:ext cx="1653015" cy="932193"/>
            <a:chOff x="4216159" y="2970300"/>
            <a:chExt cx="1653015" cy="965487"/>
          </a:xfrm>
        </p:grpSpPr>
        <p:grpSp>
          <p:nvGrpSpPr>
            <p:cNvPr id="75" name="组合 74">
              <a:extLst>
                <a:ext uri="{FF2B5EF4-FFF2-40B4-BE49-F238E27FC236}">
                  <a16:creationId xmlns:a16="http://schemas.microsoft.com/office/drawing/2014/main" id="{4E2E6F56-8120-4EA7-9D7B-0706E7C8FD7B}"/>
                </a:ext>
              </a:extLst>
            </p:cNvPr>
            <p:cNvGrpSpPr/>
            <p:nvPr/>
          </p:nvGrpSpPr>
          <p:grpSpPr>
            <a:xfrm>
              <a:off x="4223790" y="2970300"/>
              <a:ext cx="1645384" cy="965487"/>
              <a:chOff x="4236941" y="3467459"/>
              <a:chExt cx="1645384" cy="965487"/>
            </a:xfrm>
          </p:grpSpPr>
          <p:sp>
            <p:nvSpPr>
              <p:cNvPr id="69" name="Text Box 4">
                <a:extLst>
                  <a:ext uri="{FF2B5EF4-FFF2-40B4-BE49-F238E27FC236}">
                    <a16:creationId xmlns:a16="http://schemas.microsoft.com/office/drawing/2014/main" id="{0DA79D8B-785B-48EE-820F-50BEA8F7A62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92458" y="3467459"/>
                <a:ext cx="924167" cy="96548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0" tIns="0" rIns="0" bIns="0" anchor="t" anchorCtr="0">
                <a:noAutofit/>
              </a:bodyPr>
              <a:lstStyle>
                <a:lvl1pPr>
                  <a:spcBef>
                    <a:spcPct val="20000"/>
                  </a:spcBef>
                  <a:buChar char="•"/>
                  <a:defRPr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800" b="0"/>
                  <a:t>RST</a:t>
                </a:r>
                <a:endParaRPr lang="en-US" altLang="zh-CN" sz="1600" b="0" dirty="0"/>
              </a:p>
            </p:txBody>
          </p:sp>
          <p:cxnSp>
            <p:nvCxnSpPr>
              <p:cNvPr id="70" name="直接连接符 69">
                <a:extLst>
                  <a:ext uri="{FF2B5EF4-FFF2-40B4-BE49-F238E27FC236}">
                    <a16:creationId xmlns:a16="http://schemas.microsoft.com/office/drawing/2014/main" id="{E5130FFD-FC42-48EC-9AF7-97A7EA1C8812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4236941" y="3930774"/>
                <a:ext cx="36570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1" name="TextBox 34">
                <a:extLst>
                  <a:ext uri="{FF2B5EF4-FFF2-40B4-BE49-F238E27FC236}">
                    <a16:creationId xmlns:a16="http://schemas.microsoft.com/office/drawing/2014/main" id="{5415497C-8215-4F9E-A2B2-4402AE22ACA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35927" y="3725912"/>
                <a:ext cx="460199" cy="348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>
                <a:noAutofit/>
              </a:bodyPr>
              <a:lstStyle>
                <a:lvl1pPr>
                  <a:spcBef>
                    <a:spcPct val="20000"/>
                  </a:spcBef>
                  <a:buChar char="•"/>
                  <a:defRPr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000" b="0"/>
                  <a:t>rstn</a:t>
                </a:r>
                <a:endParaRPr lang="zh-CN" altLang="en-US" sz="2000" b="0" dirty="0"/>
              </a:p>
            </p:txBody>
          </p:sp>
          <p:cxnSp>
            <p:nvCxnSpPr>
              <p:cNvPr id="72" name="直接连接符 71">
                <a:extLst>
                  <a:ext uri="{FF2B5EF4-FFF2-40B4-BE49-F238E27FC236}">
                    <a16:creationId xmlns:a16="http://schemas.microsoft.com/office/drawing/2014/main" id="{70B19388-7BF7-4C16-8C67-29F5DF573561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5516625" y="4054668"/>
                <a:ext cx="36570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3" name="TextBox 34">
                <a:extLst>
                  <a:ext uri="{FF2B5EF4-FFF2-40B4-BE49-F238E27FC236}">
                    <a16:creationId xmlns:a16="http://schemas.microsoft.com/office/drawing/2014/main" id="{4C147935-7F7A-49F0-A4E4-04F198E1221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082454" y="3849806"/>
                <a:ext cx="460199" cy="348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>
                <a:noAutofit/>
              </a:bodyPr>
              <a:lstStyle>
                <a:lvl1pPr>
                  <a:spcBef>
                    <a:spcPct val="20000"/>
                  </a:spcBef>
                  <a:buChar char="•"/>
                  <a:defRPr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000" b="0"/>
                  <a:t>rst</a:t>
                </a:r>
                <a:endParaRPr lang="zh-CN" altLang="en-US" sz="2000" b="0" dirty="0"/>
              </a:p>
            </p:txBody>
          </p:sp>
        </p:grpSp>
        <p:cxnSp>
          <p:nvCxnSpPr>
            <p:cNvPr id="88" name="直接连接符 87">
              <a:extLst>
                <a:ext uri="{FF2B5EF4-FFF2-40B4-BE49-F238E27FC236}">
                  <a16:creationId xmlns:a16="http://schemas.microsoft.com/office/drawing/2014/main" id="{0B985D01-1CF8-462B-8EC4-359EEE0A26A3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216159" y="3689692"/>
              <a:ext cx="36570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" name="TextBox 34">
              <a:extLst>
                <a:ext uri="{FF2B5EF4-FFF2-40B4-BE49-F238E27FC236}">
                  <a16:creationId xmlns:a16="http://schemas.microsoft.com/office/drawing/2014/main" id="{F922C8B0-EB67-4BD5-A543-3C8B57AA32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81859" y="3484830"/>
              <a:ext cx="460199" cy="348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no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0"/>
                <a:t>clk</a:t>
              </a:r>
              <a:endParaRPr lang="zh-CN" altLang="en-US" sz="2000" b="0" dirty="0"/>
            </a:p>
          </p:txBody>
        </p:sp>
      </p:grpSp>
      <p:grpSp>
        <p:nvGrpSpPr>
          <p:cNvPr id="93" name="组合 92">
            <a:extLst>
              <a:ext uri="{FF2B5EF4-FFF2-40B4-BE49-F238E27FC236}">
                <a16:creationId xmlns:a16="http://schemas.microsoft.com/office/drawing/2014/main" id="{1DCB5FAE-9CD7-4D0F-84D1-4548F7346559}"/>
              </a:ext>
            </a:extLst>
          </p:cNvPr>
          <p:cNvGrpSpPr/>
          <p:nvPr/>
        </p:nvGrpSpPr>
        <p:grpSpPr>
          <a:xfrm>
            <a:off x="4433137" y="2980675"/>
            <a:ext cx="1664989" cy="1004687"/>
            <a:chOff x="4216159" y="3112472"/>
            <a:chExt cx="1664989" cy="1040570"/>
          </a:xfrm>
        </p:grpSpPr>
        <p:grpSp>
          <p:nvGrpSpPr>
            <p:cNvPr id="94" name="组合 93">
              <a:extLst>
                <a:ext uri="{FF2B5EF4-FFF2-40B4-BE49-F238E27FC236}">
                  <a16:creationId xmlns:a16="http://schemas.microsoft.com/office/drawing/2014/main" id="{56B8584C-94E1-4C07-B8EA-C1AD2C2C7395}"/>
                </a:ext>
              </a:extLst>
            </p:cNvPr>
            <p:cNvGrpSpPr/>
            <p:nvPr/>
          </p:nvGrpSpPr>
          <p:grpSpPr>
            <a:xfrm>
              <a:off x="4223790" y="3112472"/>
              <a:ext cx="1657358" cy="1040570"/>
              <a:chOff x="4236941" y="3609631"/>
              <a:chExt cx="1657358" cy="1040570"/>
            </a:xfrm>
          </p:grpSpPr>
          <p:sp>
            <p:nvSpPr>
              <p:cNvPr id="99" name="Text Box 4">
                <a:extLst>
                  <a:ext uri="{FF2B5EF4-FFF2-40B4-BE49-F238E27FC236}">
                    <a16:creationId xmlns:a16="http://schemas.microsoft.com/office/drawing/2014/main" id="{5090A85A-9FD6-47ED-8C40-886BE23AC8B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92458" y="3609631"/>
                <a:ext cx="928950" cy="104057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0" tIns="0" rIns="0" bIns="0" anchor="t" anchorCtr="0">
                <a:noAutofit/>
              </a:bodyPr>
              <a:lstStyle>
                <a:lvl1pPr>
                  <a:spcBef>
                    <a:spcPct val="20000"/>
                  </a:spcBef>
                  <a:buChar char="•"/>
                  <a:defRPr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800" b="0"/>
                  <a:t>DB</a:t>
                </a:r>
                <a:endParaRPr lang="en-US" altLang="zh-CN" sz="1600" b="0" dirty="0"/>
              </a:p>
            </p:txBody>
          </p:sp>
          <p:cxnSp>
            <p:nvCxnSpPr>
              <p:cNvPr id="100" name="直接连接符 99">
                <a:extLst>
                  <a:ext uri="{FF2B5EF4-FFF2-40B4-BE49-F238E27FC236}">
                    <a16:creationId xmlns:a16="http://schemas.microsoft.com/office/drawing/2014/main" id="{5935976A-4F0D-4A17-B7A9-FE43186688C6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4236941" y="3930774"/>
                <a:ext cx="36570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1" name="TextBox 34">
                <a:extLst>
                  <a:ext uri="{FF2B5EF4-FFF2-40B4-BE49-F238E27FC236}">
                    <a16:creationId xmlns:a16="http://schemas.microsoft.com/office/drawing/2014/main" id="{0427E49A-FC62-4B3F-8ECC-8FD936786B6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54538" y="3725912"/>
                <a:ext cx="460199" cy="348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>
                <a:noAutofit/>
              </a:bodyPr>
              <a:lstStyle>
                <a:lvl1pPr>
                  <a:spcBef>
                    <a:spcPct val="20000"/>
                  </a:spcBef>
                  <a:buChar char="•"/>
                  <a:defRPr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000" b="0"/>
                  <a:t>x</a:t>
                </a:r>
                <a:endParaRPr lang="zh-CN" altLang="en-US" sz="2000" b="0" dirty="0"/>
              </a:p>
            </p:txBody>
          </p:sp>
          <p:cxnSp>
            <p:nvCxnSpPr>
              <p:cNvPr id="102" name="直接连接符 101">
                <a:extLst>
                  <a:ext uri="{FF2B5EF4-FFF2-40B4-BE49-F238E27FC236}">
                    <a16:creationId xmlns:a16="http://schemas.microsoft.com/office/drawing/2014/main" id="{DF95FEA1-F47D-4E8F-AD7D-A3C4A6BE7848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5528599" y="4168042"/>
                <a:ext cx="36570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3" name="TextBox 34">
                <a:extLst>
                  <a:ext uri="{FF2B5EF4-FFF2-40B4-BE49-F238E27FC236}">
                    <a16:creationId xmlns:a16="http://schemas.microsoft.com/office/drawing/2014/main" id="{CFE8A733-E1EA-4127-9CF9-E8BAF373EBC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124935" y="3944675"/>
                <a:ext cx="460199" cy="348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>
                <a:noAutofit/>
              </a:bodyPr>
              <a:lstStyle>
                <a:lvl1pPr>
                  <a:spcBef>
                    <a:spcPct val="20000"/>
                  </a:spcBef>
                  <a:buChar char="•"/>
                  <a:defRPr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000" b="0"/>
                  <a:t>y</a:t>
                </a:r>
                <a:endParaRPr lang="zh-CN" altLang="en-US" sz="2000" b="0" dirty="0"/>
              </a:p>
            </p:txBody>
          </p:sp>
        </p:grpSp>
        <p:cxnSp>
          <p:nvCxnSpPr>
            <p:cNvPr id="95" name="直接连接符 94">
              <a:extLst>
                <a:ext uri="{FF2B5EF4-FFF2-40B4-BE49-F238E27FC236}">
                  <a16:creationId xmlns:a16="http://schemas.microsoft.com/office/drawing/2014/main" id="{3FDC50FF-A6D3-4C38-BBF7-F60A1AE46E92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216159" y="3689692"/>
              <a:ext cx="36570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6" name="TextBox 34">
              <a:extLst>
                <a:ext uri="{FF2B5EF4-FFF2-40B4-BE49-F238E27FC236}">
                  <a16:creationId xmlns:a16="http://schemas.microsoft.com/office/drawing/2014/main" id="{78DEE440-F388-495A-8B46-D741210C4C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81859" y="3484830"/>
              <a:ext cx="460199" cy="348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no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0"/>
                <a:t>rst</a:t>
              </a:r>
              <a:endParaRPr lang="zh-CN" altLang="en-US" sz="2000" b="0" dirty="0"/>
            </a:p>
          </p:txBody>
        </p:sp>
        <p:cxnSp>
          <p:nvCxnSpPr>
            <p:cNvPr id="97" name="直接连接符 96">
              <a:extLst>
                <a:ext uri="{FF2B5EF4-FFF2-40B4-BE49-F238E27FC236}">
                  <a16:creationId xmlns:a16="http://schemas.microsoft.com/office/drawing/2014/main" id="{787DF3D4-DDBD-4550-AA35-3EBE90163A2C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216159" y="3952313"/>
              <a:ext cx="354459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TextBox 34">
              <a:extLst>
                <a:ext uri="{FF2B5EF4-FFF2-40B4-BE49-F238E27FC236}">
                  <a16:creationId xmlns:a16="http://schemas.microsoft.com/office/drawing/2014/main" id="{FA9EA47C-19E4-45EA-9174-BBE2D228F4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03992" y="3758137"/>
              <a:ext cx="438066" cy="348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no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0" dirty="0" err="1"/>
                <a:t>clk</a:t>
              </a:r>
              <a:endParaRPr lang="zh-CN" altLang="en-US" sz="2000" b="0" dirty="0"/>
            </a:p>
          </p:txBody>
        </p:sp>
      </p:grpSp>
      <p:sp>
        <p:nvSpPr>
          <p:cNvPr id="79" name="TextBox 32">
            <a:extLst>
              <a:ext uri="{FF2B5EF4-FFF2-40B4-BE49-F238E27FC236}">
                <a16:creationId xmlns:a16="http://schemas.microsoft.com/office/drawing/2014/main" id="{055AE6C5-7848-45EB-89D6-252CFD0113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9675" y="4634025"/>
            <a:ext cx="12824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0"/>
              <a:t>k</a:t>
            </a:r>
            <a:endParaRPr lang="zh-CN" altLang="en-US" sz="2000" b="0" dirty="0"/>
          </a:p>
        </p:txBody>
      </p:sp>
      <p:grpSp>
        <p:nvGrpSpPr>
          <p:cNvPr id="107" name="组合 106">
            <a:extLst>
              <a:ext uri="{FF2B5EF4-FFF2-40B4-BE49-F238E27FC236}">
                <a16:creationId xmlns:a16="http://schemas.microsoft.com/office/drawing/2014/main" id="{FBFE4653-1CCD-4C54-A65D-D16A63B82E71}"/>
              </a:ext>
            </a:extLst>
          </p:cNvPr>
          <p:cNvGrpSpPr/>
          <p:nvPr/>
        </p:nvGrpSpPr>
        <p:grpSpPr>
          <a:xfrm>
            <a:off x="6387442" y="1458084"/>
            <a:ext cx="1509057" cy="1272270"/>
            <a:chOff x="6621619" y="1648476"/>
            <a:chExt cx="1624007" cy="1592300"/>
          </a:xfrm>
        </p:grpSpPr>
        <p:sp>
          <p:nvSpPr>
            <p:cNvPr id="108" name="Text Box 4">
              <a:extLst>
                <a:ext uri="{FF2B5EF4-FFF2-40B4-BE49-F238E27FC236}">
                  <a16:creationId xmlns:a16="http://schemas.microsoft.com/office/drawing/2014/main" id="{1A065891-C318-448D-A0EA-72DD121514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74728" y="1648476"/>
              <a:ext cx="921820" cy="159230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0" tIns="0" rIns="0" bIns="0" anchor="t" anchorCtr="0">
              <a:no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800" b="0"/>
                <a:t>TM</a:t>
              </a:r>
              <a:endParaRPr lang="en-US" altLang="zh-CN" sz="1600" b="0" dirty="0"/>
            </a:p>
          </p:txBody>
        </p:sp>
        <p:sp>
          <p:nvSpPr>
            <p:cNvPr id="109" name="TextBox 32">
              <a:extLst>
                <a:ext uri="{FF2B5EF4-FFF2-40B4-BE49-F238E27FC236}">
                  <a16:creationId xmlns:a16="http://schemas.microsoft.com/office/drawing/2014/main" id="{CF2F8B6C-77C4-4082-8B72-259045F69E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86415" y="2216562"/>
              <a:ext cx="169918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0" dirty="0" err="1"/>
                <a:t>st</a:t>
              </a:r>
              <a:endParaRPr lang="zh-CN" altLang="en-US" sz="2000" b="0" dirty="0"/>
            </a:p>
          </p:txBody>
        </p:sp>
        <p:cxnSp>
          <p:nvCxnSpPr>
            <p:cNvPr id="110" name="直接连接符 109">
              <a:extLst>
                <a:ext uri="{FF2B5EF4-FFF2-40B4-BE49-F238E27FC236}">
                  <a16:creationId xmlns:a16="http://schemas.microsoft.com/office/drawing/2014/main" id="{3AC8939E-7A9E-4120-9442-8A00E9811875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622301" y="2393046"/>
              <a:ext cx="352425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1" name="TextBox 32">
              <a:extLst>
                <a:ext uri="{FF2B5EF4-FFF2-40B4-BE49-F238E27FC236}">
                  <a16:creationId xmlns:a16="http://schemas.microsoft.com/office/drawing/2014/main" id="{FB00B9A2-D88C-464C-814D-A08AE9E382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96793" y="1888778"/>
              <a:ext cx="128240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0"/>
                <a:t>k</a:t>
              </a:r>
              <a:endParaRPr lang="zh-CN" altLang="en-US" sz="2000" b="0" dirty="0"/>
            </a:p>
          </p:txBody>
        </p:sp>
        <p:cxnSp>
          <p:nvCxnSpPr>
            <p:cNvPr id="112" name="直接连接符 111">
              <a:extLst>
                <a:ext uri="{FF2B5EF4-FFF2-40B4-BE49-F238E27FC236}">
                  <a16:creationId xmlns:a16="http://schemas.microsoft.com/office/drawing/2014/main" id="{7C6364D3-8B62-4D13-80C5-D57391E00005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622301" y="2065585"/>
              <a:ext cx="352425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直接连接符 112">
              <a:extLst>
                <a:ext uri="{FF2B5EF4-FFF2-40B4-BE49-F238E27FC236}">
                  <a16:creationId xmlns:a16="http://schemas.microsoft.com/office/drawing/2014/main" id="{43E05F76-5FCB-4AC5-8AF8-5F80144EC82F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891321" y="2235266"/>
              <a:ext cx="352425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4" name="TextBox 34">
              <a:extLst>
                <a:ext uri="{FF2B5EF4-FFF2-40B4-BE49-F238E27FC236}">
                  <a16:creationId xmlns:a16="http://schemas.microsoft.com/office/drawing/2014/main" id="{392889E2-7F67-42D2-BFD7-F6E7FDAE47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55817" y="1995552"/>
              <a:ext cx="371160" cy="3527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0" dirty="0"/>
                <a:t>q</a:t>
              </a:r>
              <a:endParaRPr lang="zh-CN" altLang="en-US" sz="2000" b="0" dirty="0"/>
            </a:p>
          </p:txBody>
        </p:sp>
        <p:cxnSp>
          <p:nvCxnSpPr>
            <p:cNvPr id="115" name="直接连接符 114">
              <a:extLst>
                <a:ext uri="{FF2B5EF4-FFF2-40B4-BE49-F238E27FC236}">
                  <a16:creationId xmlns:a16="http://schemas.microsoft.com/office/drawing/2014/main" id="{FBA37BFD-6B10-412C-92BD-812EBEB5CFFB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882088" y="2744735"/>
              <a:ext cx="363538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6" name="TextBox 34">
              <a:extLst>
                <a:ext uri="{FF2B5EF4-FFF2-40B4-BE49-F238E27FC236}">
                  <a16:creationId xmlns:a16="http://schemas.microsoft.com/office/drawing/2014/main" id="{F8FBD6DE-71EC-4B7D-B9FF-EDFC4C6A06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10928" y="2556623"/>
              <a:ext cx="371160" cy="3527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0" dirty="0"/>
                <a:t>td</a:t>
              </a:r>
              <a:endParaRPr lang="zh-CN" altLang="en-US" sz="2000" b="0" dirty="0"/>
            </a:p>
          </p:txBody>
        </p:sp>
        <p:sp>
          <p:nvSpPr>
            <p:cNvPr id="117" name="TextBox 32">
              <a:extLst>
                <a:ext uri="{FF2B5EF4-FFF2-40B4-BE49-F238E27FC236}">
                  <a16:creationId xmlns:a16="http://schemas.microsoft.com/office/drawing/2014/main" id="{7B043CBB-B07F-41E0-AC83-B3E4F1A488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85733" y="2515696"/>
              <a:ext cx="254878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0" dirty="0"/>
                <a:t>rs</a:t>
              </a:r>
              <a:r>
                <a:rPr lang="en-US" altLang="zh-CN" sz="2000" b="0"/>
                <a:t>t</a:t>
              </a:r>
              <a:endParaRPr lang="zh-CN" altLang="en-US" sz="2000" b="0" dirty="0"/>
            </a:p>
          </p:txBody>
        </p:sp>
        <p:cxnSp>
          <p:nvCxnSpPr>
            <p:cNvPr id="118" name="直接连接符 117">
              <a:extLst>
                <a:ext uri="{FF2B5EF4-FFF2-40B4-BE49-F238E27FC236}">
                  <a16:creationId xmlns:a16="http://schemas.microsoft.com/office/drawing/2014/main" id="{A0A0205D-1700-4A60-84E1-E68EE0480112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621619" y="2692180"/>
              <a:ext cx="352425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9" name="TextBox 32">
              <a:extLst>
                <a:ext uri="{FF2B5EF4-FFF2-40B4-BE49-F238E27FC236}">
                  <a16:creationId xmlns:a16="http://schemas.microsoft.com/office/drawing/2014/main" id="{50AE73DF-515A-456C-ABBC-E425C1855A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85733" y="2799215"/>
              <a:ext cx="314189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0"/>
                <a:t>clk</a:t>
              </a:r>
              <a:endParaRPr lang="zh-CN" altLang="en-US" sz="2000" b="0" dirty="0"/>
            </a:p>
          </p:txBody>
        </p:sp>
        <p:cxnSp>
          <p:nvCxnSpPr>
            <p:cNvPr id="120" name="直接连接符 119">
              <a:extLst>
                <a:ext uri="{FF2B5EF4-FFF2-40B4-BE49-F238E27FC236}">
                  <a16:creationId xmlns:a16="http://schemas.microsoft.com/office/drawing/2014/main" id="{0B177AC3-0534-4A07-9E19-C473477A345A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621619" y="2975699"/>
              <a:ext cx="352425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367221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标题 1">
            <a:extLst>
              <a:ext uri="{FF2B5EF4-FFF2-40B4-BE49-F238E27FC236}">
                <a16:creationId xmlns:a16="http://schemas.microsoft.com/office/drawing/2014/main" id="{FF572E66-3D64-4BA8-AB0F-428EC5C192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636838"/>
            <a:ext cx="8229600" cy="1477962"/>
          </a:xfrm>
        </p:spPr>
        <p:txBody>
          <a:bodyPr/>
          <a:lstStyle/>
          <a:p>
            <a:r>
              <a:rPr lang="en-US" altLang="zh-CN" sz="5400"/>
              <a:t>The</a:t>
            </a:r>
            <a:r>
              <a:rPr lang="zh-CN" altLang="en-US" sz="5400"/>
              <a:t> </a:t>
            </a:r>
            <a:r>
              <a:rPr lang="en-US" altLang="zh-CN" sz="5400"/>
              <a:t>End</a:t>
            </a:r>
            <a:endParaRPr lang="zh-CN" altLang="en-US" sz="5400"/>
          </a:p>
        </p:txBody>
      </p:sp>
      <p:sp>
        <p:nvSpPr>
          <p:cNvPr id="32771" name="日期占位符 3">
            <a:extLst>
              <a:ext uri="{FF2B5EF4-FFF2-40B4-BE49-F238E27FC236}">
                <a16:creationId xmlns:a16="http://schemas.microsoft.com/office/drawing/2014/main" id="{7F58C96C-8C56-44F3-BBDD-CE442442B01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802079C-0A5D-4699-B631-90F0DD6ECEA1}" type="datetime1">
              <a:rPr lang="zh-CN" altLang="en-US" sz="1800" b="0" smtClean="0">
                <a:latin typeface="Arial" panose="020B0604020202020204" pitchFamily="34" charset="0"/>
              </a:rPr>
              <a:t>2025/11/5</a:t>
            </a:fld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32772" name="页脚占位符 4">
            <a:extLst>
              <a:ext uri="{FF2B5EF4-FFF2-40B4-BE49-F238E27FC236}">
                <a16:creationId xmlns:a16="http://schemas.microsoft.com/office/drawing/2014/main" id="{AFAF67CB-7E38-4ADC-99D2-1E1863554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800" b="0" dirty="0">
                <a:latin typeface="Arial" panose="020B0604020202020204" pitchFamily="34" charset="0"/>
              </a:rPr>
              <a:t>数字逻辑设计进阶实验</a:t>
            </a:r>
          </a:p>
        </p:txBody>
      </p:sp>
      <p:sp>
        <p:nvSpPr>
          <p:cNvPr id="32773" name="灯片编号占位符 5">
            <a:extLst>
              <a:ext uri="{FF2B5EF4-FFF2-40B4-BE49-F238E27FC236}">
                <a16:creationId xmlns:a16="http://schemas.microsoft.com/office/drawing/2014/main" id="{1B388EF7-3406-4D91-87E1-60D5F9592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6F9DE3F-849F-48DF-BAC2-78E870F1F7D9}" type="slidenum">
              <a:rPr lang="en-US" altLang="zh-CN" sz="1800" b="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11</a:t>
            </a:fld>
            <a:endParaRPr lang="en-US" altLang="zh-CN" sz="1800" b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 主题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 主题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  <a:txDef>
      <a:spPr bwMode="auto">
        <a:noFill/>
        <a:ln>
          <a:noFill/>
        </a:ln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 wrap="square" lIns="0" tIns="0" rIns="0" bIns="0" anchor="ctr" anchorCtr="1">
        <a:spAutoFit/>
      </a:bodyPr>
      <a:lstStyle>
        <a:defPPr algn="l" eaLnBrk="1" hangingPunct="1">
          <a:spcBef>
            <a:spcPct val="0"/>
          </a:spcBef>
          <a:buFontTx/>
          <a:buNone/>
          <a:defRPr sz="2000" dirty="0" smtClean="0">
            <a:cs typeface="Arial" panose="020B0604020202020204" pitchFamily="34" charset="0"/>
          </a:defRPr>
        </a:defPPr>
      </a:lstStyle>
    </a:txDef>
  </a:objectDefaults>
  <a:extraClrSchemeLst>
    <a:extraClrScheme>
      <a:clrScheme name="Office 主题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34783</TotalTime>
  <Words>1380</Words>
  <Application>Microsoft Office PowerPoint</Application>
  <PresentationFormat>全屏显示(4:3)</PresentationFormat>
  <Paragraphs>294</Paragraphs>
  <Slides>11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9" baseType="lpstr">
      <vt:lpstr>等线</vt:lpstr>
      <vt:lpstr>黑体</vt:lpstr>
      <vt:lpstr>楷体_GB2312</vt:lpstr>
      <vt:lpstr>宋体</vt:lpstr>
      <vt:lpstr>Arial</vt:lpstr>
      <vt:lpstr>Arial Narrow</vt:lpstr>
      <vt:lpstr>Times New Roman</vt:lpstr>
      <vt:lpstr>Office 主题</vt:lpstr>
      <vt:lpstr>数字逻辑设计进阶实验</vt:lpstr>
      <vt:lpstr>实验目的</vt:lpstr>
      <vt:lpstr>实验内容</vt:lpstr>
      <vt:lpstr>定时器</vt:lpstr>
      <vt:lpstr>定时器 (续)</vt:lpstr>
      <vt:lpstr>计数器</vt:lpstr>
      <vt:lpstr>按键/开关去抖动</vt:lpstr>
      <vt:lpstr>信号同步和取边沿</vt:lpstr>
      <vt:lpstr>数码管动态显示</vt:lpstr>
      <vt:lpstr>定时器设计与下载测试</vt:lpstr>
      <vt:lpstr>The 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ZJX</dc:creator>
  <cp:lastModifiedBy>Wendy H</cp:lastModifiedBy>
  <cp:revision>659</cp:revision>
  <cp:lastPrinted>1601-01-01T00:00:00Z</cp:lastPrinted>
  <dcterms:created xsi:type="dcterms:W3CDTF">1601-01-01T00:00:00Z</dcterms:created>
  <dcterms:modified xsi:type="dcterms:W3CDTF">2025-11-07T02:03:18Z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