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126" r:id="rId2"/>
    <p:sldMasterId id="2147484130" r:id="rId3"/>
  </p:sldMasterIdLst>
  <p:notesMasterIdLst>
    <p:notesMasterId r:id="rId25"/>
  </p:notesMasterIdLst>
  <p:sldIdLst>
    <p:sldId id="280" r:id="rId4"/>
    <p:sldId id="735" r:id="rId5"/>
    <p:sldId id="758" r:id="rId6"/>
    <p:sldId id="257" r:id="rId7"/>
    <p:sldId id="736" r:id="rId8"/>
    <p:sldId id="816" r:id="rId9"/>
    <p:sldId id="817" r:id="rId10"/>
    <p:sldId id="766" r:id="rId11"/>
    <p:sldId id="767" r:id="rId12"/>
    <p:sldId id="768" r:id="rId13"/>
    <p:sldId id="769" r:id="rId14"/>
    <p:sldId id="770" r:id="rId15"/>
    <p:sldId id="757" r:id="rId16"/>
    <p:sldId id="802" r:id="rId17"/>
    <p:sldId id="805" r:id="rId18"/>
    <p:sldId id="808" r:id="rId19"/>
    <p:sldId id="814" r:id="rId20"/>
    <p:sldId id="815" r:id="rId21"/>
    <p:sldId id="809" r:id="rId22"/>
    <p:sldId id="810" r:id="rId23"/>
    <p:sldId id="281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16" autoAdjust="0"/>
    <p:restoredTop sz="93875" autoAdjust="0"/>
  </p:normalViewPr>
  <p:slideViewPr>
    <p:cSldViewPr>
      <p:cViewPr varScale="1">
        <p:scale>
          <a:sx n="102" d="100"/>
          <a:sy n="102" d="100"/>
        </p:scale>
        <p:origin x="390" y="5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0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E6B1089-47CE-4B31-A8D8-C699EB710F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AC4D39-FC29-4EEE-966A-BCDEC7E8B45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9B56076-2D82-4BA7-B351-FB27697AF568}" type="datetimeFigureOut">
              <a:rPr lang="zh-CN" altLang="en-US"/>
              <a:pPr>
                <a:defRPr/>
              </a:pPr>
              <a:t>2025/10/27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E729786-7F42-4411-A33F-F0488698A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00473811-22DD-4019-9407-EC6B629B8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3E5420-33AF-40FD-85ED-CA302C63D7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D4AAC-9F38-4301-BC5A-D35D821F3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23CD708-1443-468A-B434-AD7714DEDA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D3BFFE84-1D4B-4C59-A662-3EF346B9B5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71CCB3A1-975F-4B15-B43F-B05EC1A5D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6E83EEAC-6FB0-4C2E-B3D0-E619838C2F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D83306-D7F5-42F2-B117-76FEF43BC84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B8D9BF80-B760-4299-8F54-8B890EE2C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EB2191-6C78-45BB-A3A8-2D7783442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80853005-3210-4BA8-8810-EA5639CB2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4C919-1770-4D2D-9DA6-8689C7BD73A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47ECC4FB-BA92-4AA7-BA80-EF8B33C88E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C6075FE-33B0-4AF8-9A76-AAED32C0B8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>
              <a:spcBef>
                <a:spcPct val="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81411F1-AB10-4C82-A21C-5124D1D92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8524FC-9E3F-464B-878A-6158F74471D7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804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F54FBE03-D445-4213-9F4A-38035C1DAA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B69B62-66CE-425B-84DD-A703DE058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设计</a:t>
            </a:r>
            <a:r>
              <a:rPr lang="en-US" altLang="zh-CN" dirty="0"/>
              <a:t>ALU</a:t>
            </a:r>
            <a:r>
              <a:rPr lang="zh-CN" altLang="en-US" dirty="0"/>
              <a:t>：根据功能选择</a:t>
            </a:r>
            <a:r>
              <a:rPr lang="en-US" altLang="zh-CN" dirty="0"/>
              <a:t>f</a:t>
            </a:r>
            <a:r>
              <a:rPr lang="zh-CN" altLang="en-US" dirty="0"/>
              <a:t>，对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进行算术（加、减）、逻辑（与、或、非、异或）、移位（逻辑左移、逻辑右移、算术右移）运算，产生运算结果</a:t>
            </a:r>
            <a:r>
              <a:rPr lang="en-US" altLang="zh-CN" dirty="0"/>
              <a:t>y</a:t>
            </a:r>
            <a:r>
              <a:rPr lang="zh-CN" altLang="en-US" dirty="0"/>
              <a:t>和比较标志</a:t>
            </a:r>
            <a:r>
              <a:rPr lang="en-US" altLang="zh-CN" dirty="0"/>
              <a:t>t</a:t>
            </a:r>
            <a:r>
              <a:rPr lang="zh-CN" altLang="en-US" dirty="0"/>
              <a:t>（</a:t>
            </a:r>
            <a:r>
              <a:rPr lang="zh-CN" altLang="en-US" sz="1200" dirty="0"/>
              <a:t>相等</a:t>
            </a:r>
            <a:r>
              <a:rPr lang="en-US" altLang="zh-CN" sz="1200" dirty="0"/>
              <a:t>(eq)</a:t>
            </a:r>
            <a:r>
              <a:rPr lang="zh-CN" altLang="en-US" sz="1200" dirty="0"/>
              <a:t>，小于</a:t>
            </a:r>
            <a:r>
              <a:rPr lang="en-US" altLang="zh-CN" sz="1200" dirty="0"/>
              <a:t>(</a:t>
            </a:r>
            <a:r>
              <a:rPr lang="en-US" altLang="zh-CN" sz="1200" dirty="0" err="1"/>
              <a:t>lt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ltu</a:t>
            </a:r>
            <a:r>
              <a:rPr lang="en-US" altLang="zh-CN" sz="1200" dirty="0"/>
              <a:t>)</a:t>
            </a:r>
            <a:r>
              <a:rPr lang="zh-CN" altLang="en-US" dirty="0"/>
              <a:t>）。</a:t>
            </a:r>
            <a:endParaRPr lang="en-US" altLang="zh-CN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/>
              <a:t>2. ALU</a:t>
            </a:r>
            <a:r>
              <a:rPr lang="zh-CN" altLang="en-US" dirty="0"/>
              <a:t>应用设计：利用上述</a:t>
            </a:r>
            <a:r>
              <a:rPr lang="en-US" altLang="zh-CN" dirty="0"/>
              <a:t>ALU</a:t>
            </a:r>
            <a:r>
              <a:rPr lang="zh-CN" altLang="en-US" dirty="0"/>
              <a:t>模块和适当逻辑电路，分别实现如下功能</a:t>
            </a:r>
            <a:endParaRPr lang="en-US" altLang="zh-CN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）求多个数的累加和</a:t>
            </a:r>
            <a:endParaRPr lang="en-US" altLang="zh-CN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）求补码代表的实际值</a:t>
            </a:r>
            <a:endParaRPr lang="en-US" altLang="zh-CN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）求给定两个初始整数的配波拉契数列</a:t>
            </a:r>
            <a:endParaRPr lang="en-US" altLang="zh-CN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…… ……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7EBF754D-0498-4A34-BCAA-85B2DDA2B3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583127-9D17-4C28-851B-B31ECAC9372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stl</a:t>
            </a:r>
            <a:r>
              <a:rPr lang="zh-CN" altLang="en-US"/>
              <a:t>：</a:t>
            </a:r>
            <a:r>
              <a:rPr lang="en-US" altLang="zh-CN"/>
              <a:t>$signed(a)&lt;$signed(b)</a:t>
            </a:r>
          </a:p>
          <a:p>
            <a:r>
              <a:rPr lang="en-US" altLang="zh-CN"/>
              <a:t>sra</a:t>
            </a:r>
            <a:r>
              <a:rPr lang="zh-CN" altLang="en-US"/>
              <a:t>：</a:t>
            </a:r>
            <a:r>
              <a:rPr lang="en-US" altLang="zh-CN"/>
              <a:t>$signed(a)&gt;&gt;&gt;b[4:0]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51678A-174B-42D2-9B39-12A831A6BF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302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47ECC4FB-BA92-4AA7-BA80-EF8B33C88E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C6075FE-33B0-4AF8-9A76-AAED32C0B8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>
              <a:spcBef>
                <a:spcPct val="0"/>
              </a:spcBef>
              <a:buFontTx/>
              <a:buAutoNum type="arabicPeriod"/>
            </a:pPr>
            <a:r>
              <a:rPr lang="zh-CN" altLang="en-US">
                <a:ea typeface="宋体" panose="02010600030101010101" pitchFamily="2" charset="-122"/>
              </a:rPr>
              <a:t>设计一</a:t>
            </a:r>
            <a:r>
              <a:rPr lang="en-US" altLang="zh-CN">
                <a:ea typeface="宋体" panose="02010600030101010101" pitchFamily="2" charset="-122"/>
              </a:rPr>
              <a:t>ALU</a:t>
            </a:r>
            <a:r>
              <a:rPr lang="zh-CN" altLang="en-US">
                <a:ea typeface="宋体" panose="02010600030101010101" pitchFamily="2" charset="-122"/>
              </a:rPr>
              <a:t>：根据功能选择</a:t>
            </a:r>
            <a:r>
              <a:rPr lang="en-US" altLang="zh-CN">
                <a:ea typeface="宋体" panose="02010600030101010101" pitchFamily="2" charset="-122"/>
              </a:rPr>
              <a:t>s</a:t>
            </a:r>
            <a:r>
              <a:rPr lang="zh-CN" altLang="en-US">
                <a:ea typeface="宋体" panose="02010600030101010101" pitchFamily="2" charset="-122"/>
              </a:rPr>
              <a:t>，对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zh-CN" altLang="en-US">
                <a:ea typeface="宋体" panose="02010600030101010101" pitchFamily="2" charset="-122"/>
              </a:rPr>
              <a:t>进行算术（加、减）或者逻辑（与、或、非、异或）运算，产生运算结果</a:t>
            </a:r>
            <a:r>
              <a:rPr lang="en-US" altLang="zh-CN">
                <a:ea typeface="宋体" panose="02010600030101010101" pitchFamily="2" charset="-122"/>
              </a:rPr>
              <a:t>y</a:t>
            </a:r>
            <a:r>
              <a:rPr lang="zh-CN" altLang="en-US">
                <a:ea typeface="宋体" panose="02010600030101010101" pitchFamily="2" charset="-122"/>
              </a:rPr>
              <a:t>和相应标志</a:t>
            </a:r>
            <a:r>
              <a:rPr lang="en-US" altLang="zh-CN">
                <a:ea typeface="宋体" panose="02010600030101010101" pitchFamily="2" charset="-122"/>
              </a:rPr>
              <a:t>f</a:t>
            </a:r>
            <a:r>
              <a:rPr lang="zh-CN" altLang="en-US">
                <a:ea typeface="宋体" panose="02010600030101010101" pitchFamily="2" charset="-122"/>
              </a:rPr>
              <a:t>（进位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借位、溢出、零标志）。对于算术运算，影响进位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借位、溢出、零标志；对于逻辑运算，仅零标志有效。</a:t>
            </a:r>
            <a:endParaRPr lang="en-US" altLang="zh-CN">
              <a:ea typeface="宋体" panose="02010600030101010101" pitchFamily="2" charset="-122"/>
            </a:endParaRPr>
          </a:p>
          <a:p>
            <a:pPr marL="228600" indent="-228600" eaLnBrk="1" hangingPunct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f: </a:t>
            </a:r>
            <a:r>
              <a:rPr lang="zh-CN" altLang="en-US">
                <a:ea typeface="宋体" panose="02010600030101010101" pitchFamily="2" charset="-122"/>
              </a:rPr>
              <a:t>标志位，包括进位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借位</a:t>
            </a:r>
            <a:r>
              <a:rPr lang="en-US" altLang="zh-CN">
                <a:ea typeface="宋体" panose="02010600030101010101" pitchFamily="2" charset="-122"/>
              </a:rPr>
              <a:t>(CF)</a:t>
            </a:r>
            <a:r>
              <a:rPr lang="zh-CN" altLang="en-US">
                <a:ea typeface="宋体" panose="02010600030101010101" pitchFamily="2" charset="-122"/>
              </a:rPr>
              <a:t>，溢出位</a:t>
            </a:r>
            <a:r>
              <a:rPr lang="en-US" altLang="zh-CN">
                <a:ea typeface="宋体" panose="02010600030101010101" pitchFamily="2" charset="-122"/>
              </a:rPr>
              <a:t>(OF)</a:t>
            </a:r>
            <a:r>
              <a:rPr lang="zh-CN" altLang="en-US">
                <a:ea typeface="宋体" panose="02010600030101010101" pitchFamily="2" charset="-122"/>
              </a:rPr>
              <a:t>，零标志</a:t>
            </a:r>
            <a:r>
              <a:rPr lang="en-US" altLang="zh-CN">
                <a:ea typeface="宋体" panose="02010600030101010101" pitchFamily="2" charset="-122"/>
              </a:rPr>
              <a:t>(ZF)</a:t>
            </a:r>
          </a:p>
          <a:p>
            <a:pPr marL="228600" indent="-228600" eaLnBrk="1" hangingPunct="1">
              <a:spcBef>
                <a:spcPct val="0"/>
              </a:spcBef>
            </a:pPr>
            <a:r>
              <a:rPr lang="zh-CN" altLang="en-US">
                <a:ea typeface="宋体" panose="02010600030101010101" pitchFamily="2" charset="-122"/>
              </a:rPr>
              <a:t>为了便于下载测试，可以选取</a:t>
            </a:r>
            <a:r>
              <a:rPr lang="en-US" altLang="zh-CN">
                <a:ea typeface="宋体" panose="02010600030101010101" pitchFamily="2" charset="-122"/>
              </a:rPr>
              <a:t>n = 4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m = k = 3</a:t>
            </a:r>
          </a:p>
          <a:p>
            <a:pPr marL="228600" indent="-228600" eaLnBrk="1" hangingPunct="1">
              <a:spcBef>
                <a:spcPct val="0"/>
              </a:spcBef>
            </a:pPr>
            <a:endParaRPr lang="en-US" altLang="zh-CN">
              <a:ea typeface="宋体" panose="02010600030101010101" pitchFamily="2" charset="-122"/>
            </a:endParaRPr>
          </a:p>
          <a:p>
            <a:pPr marL="228600" indent="-228600" eaLnBrk="1" hangingPunct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2. ALU</a:t>
            </a:r>
            <a:r>
              <a:rPr lang="zh-CN" altLang="en-US">
                <a:ea typeface="宋体" panose="02010600030101010101" pitchFamily="2" charset="-122"/>
              </a:rPr>
              <a:t>应用设计：利用上述</a:t>
            </a:r>
            <a:r>
              <a:rPr lang="en-US" altLang="zh-CN">
                <a:ea typeface="宋体" panose="02010600030101010101" pitchFamily="2" charset="-122"/>
              </a:rPr>
              <a:t>ALU</a:t>
            </a:r>
            <a:r>
              <a:rPr lang="zh-CN" altLang="en-US">
                <a:ea typeface="宋体" panose="02010600030101010101" pitchFamily="2" charset="-122"/>
              </a:rPr>
              <a:t>模块和适当逻辑电路，分别实现如下功能</a:t>
            </a:r>
            <a:endParaRPr lang="en-US" altLang="zh-CN">
              <a:ea typeface="宋体" panose="02010600030101010101" pitchFamily="2" charset="-122"/>
            </a:endParaRPr>
          </a:p>
          <a:p>
            <a:pPr marL="228600" indent="-228600" eaLnBrk="1" hangingPunct="1">
              <a:spcBef>
                <a:spcPct val="0"/>
              </a:spcBef>
            </a:pP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）比较两无符号数或者有符号数的大小关系</a:t>
            </a:r>
            <a:endParaRPr lang="en-US" altLang="zh-CN">
              <a:ea typeface="宋体" panose="02010600030101010101" pitchFamily="2" charset="-122"/>
            </a:endParaRPr>
          </a:p>
          <a:p>
            <a:pPr marL="228600" indent="-228600" eaLnBrk="1" hangingPunct="1">
              <a:spcBef>
                <a:spcPct val="0"/>
              </a:spcBef>
            </a:pP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）求多个数的累加和</a:t>
            </a:r>
            <a:endParaRPr lang="en-US" altLang="zh-CN">
              <a:ea typeface="宋体" panose="02010600030101010101" pitchFamily="2" charset="-122"/>
            </a:endParaRPr>
          </a:p>
          <a:p>
            <a:pPr marL="228600" indent="-228600" eaLnBrk="1" hangingPunct="1">
              <a:spcBef>
                <a:spcPct val="0"/>
              </a:spcBef>
            </a:pP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）求补码代表的实际值</a:t>
            </a:r>
            <a:endParaRPr lang="en-US" altLang="zh-CN">
              <a:ea typeface="宋体" panose="02010600030101010101" pitchFamily="2" charset="-122"/>
            </a:endParaRPr>
          </a:p>
          <a:p>
            <a:pPr marL="228600" indent="-228600" eaLnBrk="1" hangingPunct="1">
              <a:spcBef>
                <a:spcPct val="0"/>
              </a:spcBef>
            </a:pP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）求给定两个初始整数的配波拉契数列</a:t>
            </a:r>
            <a:endParaRPr lang="en-US" altLang="zh-CN">
              <a:ea typeface="宋体" panose="02010600030101010101" pitchFamily="2" charset="-122"/>
            </a:endParaRPr>
          </a:p>
          <a:p>
            <a:pPr marL="228600" indent="-228600" eaLnBrk="1" hangingPunct="1">
              <a:spcBef>
                <a:spcPct val="0"/>
              </a:spcBef>
            </a:pP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  <a:endParaRPr lang="en-US" altLang="zh-CN">
              <a:ea typeface="宋体" panose="02010600030101010101" pitchFamily="2" charset="-122"/>
            </a:endParaRPr>
          </a:p>
          <a:p>
            <a:pPr marL="228600" indent="-228600" eaLnBrk="1" hangingPunct="1">
              <a:spcBef>
                <a:spcPct val="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81411F1-AB10-4C82-A21C-5124D1D92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8524FC-9E3F-464B-878A-6158F74471D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060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47ECC4FB-BA92-4AA7-BA80-EF8B33C88E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C6075FE-33B0-4AF8-9A76-AAED32C0B8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>
              <a:spcBef>
                <a:spcPct val="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81411F1-AB10-4C82-A21C-5124D1D92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8524FC-9E3F-464B-878A-6158F74471D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060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F56A5C38-60C3-4B3D-BA0B-F7153A7E16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52C73646-D81C-4B60-B3C4-7816488D0E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ALU: ADD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SLL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SRL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SRA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SLT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SLTU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MEM: LB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LBU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LH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LHU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CTRL: JAL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JALR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BEQ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BNE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BLT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BLTU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BGE</a:t>
            </a:r>
            <a:r>
              <a:rPr lang="zh-CN" alt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900">
                <a:latin typeface="Times New Roman" panose="02020603050405020304" pitchFamily="18" charset="0"/>
                <a:cs typeface="Times New Roman" panose="02020603050405020304" pitchFamily="18" charset="0"/>
              </a:rPr>
              <a:t>BGEU</a:t>
            </a:r>
          </a:p>
          <a:p>
            <a:pPr eaLnBrk="1" hangingPunct="1">
              <a:spcBef>
                <a:spcPct val="0"/>
              </a:spcBef>
            </a:pPr>
            <a:endParaRPr lang="en-US" altLang="zh-CN">
              <a:cs typeface="Times New Roman" panose="02020603050405020304" pitchFamily="18" charset="0"/>
            </a:endParaRPr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F5AD2B6E-8816-41FB-8AD6-D206085652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4275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57350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2013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892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64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36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08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117CE2-73A6-4B67-B85C-6643A8DFCE3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47ECC4FB-BA92-4AA7-BA80-EF8B33C88E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C6075FE-33B0-4AF8-9A76-AAED32C0B8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>
              <a:spcBef>
                <a:spcPct val="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81411F1-AB10-4C82-A21C-5124D1D92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8524FC-9E3F-464B-878A-6158F74471D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9184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47ECC4FB-BA92-4AA7-BA80-EF8B33C88E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C6075FE-33B0-4AF8-9A76-AAED32C0B8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>
              <a:spcBef>
                <a:spcPct val="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81411F1-AB10-4C82-A21C-5124D1D92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8524FC-9E3F-464B-878A-6158F74471D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829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47ECC4FB-BA92-4AA7-BA80-EF8B33C88E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C6075FE-33B0-4AF8-9A76-AAED32C0B8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>
              <a:spcBef>
                <a:spcPct val="0"/>
              </a:spcBef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81411F1-AB10-4C82-A21C-5124D1D92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8524FC-9E3F-464B-878A-6158F74471D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345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5CE7C064-CC2A-4BB4-987E-E544FC5A95EB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D2D943-5C88-450E-BA53-7A01E8D447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BC61ED-8627-4787-BE4E-1ABB72B698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6D4801-2CC1-4E83-A6F4-7ED6D78480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763C3F86-181C-488D-8AD6-8B82C30A93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922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08AAF89D-C60A-423D-B4E1-2F9C96D3C63F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29D469-D068-4031-AE72-3827BA07F1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F26F0-8BFC-448E-8FAE-03C8767A40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529BCB-7C27-426F-A709-65C8C047C4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110C9A11-97C4-4801-9253-FD6A5BB9A8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7241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5811F6-33F2-4B9A-B19F-B39EDCF7B2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D2759D-ACF4-4AA9-81A0-BB8128989F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A57D27-64DC-4001-B96B-4DC535052B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B0E54-36CC-4265-BE58-93A462BA4F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72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6E4CDD-A1B6-4834-8E96-1731278501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57D52-E979-4822-A186-863E1D9B73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A052B6-E414-44E9-B64A-CF476B585D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E7E95-EFF5-471D-8571-2925A284E4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587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857A7D5-C9EC-4D84-BF0E-C4C6A993AC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C1BA3D6-A9E6-4424-B8EF-B4879CDEC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A441019-7582-4B69-B67F-D6B1A6F232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4D064-4C17-4394-B168-47963D2BB4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395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056986E-BAD0-480C-83A6-CA3B0778A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C0C1015-D35A-4B90-BEA8-AA3C0E70CA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6D03F3D-9F26-4B5B-96A9-F534114DB9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87EB4B-BC85-4E10-9D79-D7E6AB0AB7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087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317F7032-411B-4AF1-B0D2-15FD2DFBDB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381000"/>
            <a:ext cx="8575675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D956151-67B1-4029-B61D-3A165F6E41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C8C2BC-3E2A-4245-B447-ED30D0CFBC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3C4264-1674-4F59-BAF0-FCFC7706FC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1FDC0-BB54-4CE3-B71D-ED5E19DD50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5667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DFD08-8DB0-4134-A9E0-BA2B29CF7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72C5C-EF0A-4243-9C2D-F7724A8FC0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58E63A-52B7-4A55-9A29-5D2FD87EE2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3925D4-F351-4AD2-BF45-4782A5E877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352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23CC0-F7B2-473E-9491-081867C2E0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A948ED-00C5-409B-B451-E90FF3EBA2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ABB45-5B71-4381-8ED4-08D564AB19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953A6-FFDD-453E-BAA7-86B74C79F9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676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318B17-20DE-4A9B-8108-71CEB5058A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DB4045-346C-4876-9158-A3F57B0E78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10CFFC-6C5E-43C6-AFEE-66EC254AB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9EEC1-B70F-4D1A-8202-C71E3B7B44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72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9D8D04-C2C1-4F22-AB75-253A5897CB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8B3A4B-C1AC-4EF1-91BF-63410F3277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1D13B0-2B43-4370-A4E3-ACFDDE57A9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91F3C-6F01-489A-BE7F-7130B1949C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4684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3CBB070A-8F12-4416-8BD2-842B7FFEC61F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ADD0EE-9B5A-40F3-8629-4ECEEDE358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E288AC49-4879-4A49-AF2E-10911E3372D8}" type="datetime1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7F27AE-70C8-43D8-868A-E6B34129F2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(H)</a:t>
            </a:r>
            <a:r>
              <a:rPr lang="zh-CN" altLang="en-US"/>
              <a:t>实验 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9421DE-86D5-4EAD-A4CC-587F86B956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27E3CBEE-0CCF-46D5-AE6F-248136ACB0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977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90E814D1-FE9B-46C4-BD01-F0368821B13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4C45FB-190A-4564-8A89-1B83597754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B25B8E8D-89D8-4032-BA86-2913A1742342}" type="datetime1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E5023E-A740-4E34-A235-C7FCCFB9A6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(H)</a:t>
            </a:r>
            <a:r>
              <a:rPr lang="zh-CN" altLang="en-US"/>
              <a:t>实验 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0E9EC8-F791-49AD-9FED-790BAB7C30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8FAB8FDC-3F75-4365-B746-A6BDF6636B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103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007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B636FFC2-3208-4177-BC03-0CCA435CCA5E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90FDE7-7667-4A6C-8C17-61C65BA7B2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2019-3-21</a:t>
            </a: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AE51B3-02FD-46D7-8BAF-ADB04A7F82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 dirty="0"/>
              <a:t>2022</a:t>
            </a:r>
            <a:r>
              <a:rPr lang="zh-CN" altLang="en-US" dirty="0"/>
              <a:t>春</a:t>
            </a:r>
            <a:r>
              <a:rPr lang="en-US" altLang="zh-CN" dirty="0"/>
              <a:t>_</a:t>
            </a:r>
            <a:r>
              <a:rPr lang="zh-CN" altLang="en-US" dirty="0"/>
              <a:t>计算机组成原理</a:t>
            </a:r>
            <a:r>
              <a:rPr lang="en-US" altLang="zh-CN" dirty="0"/>
              <a:t>(H)</a:t>
            </a:r>
            <a:r>
              <a:rPr lang="zh-CN" altLang="en-US" dirty="0"/>
              <a:t>实验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6EE66B-69F7-4791-92BB-CEE4B8EF46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A0086D23-B785-4435-A344-E1205F038C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919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EFD9741E-10D9-4D1F-A151-9F81C6EE330D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832AF-B91A-4ADA-900F-A44F7BA6C7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 dirty="0"/>
              <a:t>2022-4-6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7D06E-1AE6-4EFA-B610-ABC1C6C792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 dirty="0"/>
              <a:t>2022</a:t>
            </a:r>
            <a:r>
              <a:rPr lang="zh-CN" altLang="en-US" dirty="0"/>
              <a:t>春</a:t>
            </a:r>
            <a:r>
              <a:rPr lang="en-US" altLang="zh-CN" dirty="0"/>
              <a:t>_</a:t>
            </a:r>
            <a:r>
              <a:rPr lang="zh-CN" altLang="en-US" dirty="0"/>
              <a:t>计算机组成原理</a:t>
            </a:r>
            <a:r>
              <a:rPr lang="en-US" altLang="zh-CN" dirty="0"/>
              <a:t>(H)</a:t>
            </a:r>
            <a:r>
              <a:rPr lang="zh-CN" altLang="en-US" dirty="0"/>
              <a:t>实验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695B5E-1FD0-4054-B017-DF1BED66AE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8DEE3ACD-97DE-422D-AABB-B49A3A5260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3767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129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2829EF4-736A-40A9-B2AE-09FF71693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FCE1864-06CC-4702-BCDA-6758DEB9D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5630A1-5E1D-400D-B703-F344124D29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2020-10-30</a:t>
            </a: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0CEC18F-6D03-4C6C-9C50-77768B4E4A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AD2FBF6-D3AF-40B8-92FC-3A1145EA3C6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3CE0AEE-42A8-46DB-B8E0-B8FD26778A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03" r:id="rId3"/>
    <p:sldLayoutId id="2147484104" r:id="rId4"/>
    <p:sldLayoutId id="2147484105" r:id="rId5"/>
    <p:sldLayoutId id="2147484106" r:id="rId6"/>
    <p:sldLayoutId id="2147484113" r:id="rId7"/>
    <p:sldLayoutId id="2147484107" r:id="rId8"/>
    <p:sldLayoutId id="2147484108" r:id="rId9"/>
    <p:sldLayoutId id="2147484109" r:id="rId10"/>
    <p:sldLayoutId id="2147484110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02FD42A-5743-49EB-8346-16E43324B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E6D9F8E-FFB1-4840-864A-68B081B09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E773954-0D86-49B1-ABEF-6281F55815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E17394F-E351-4672-8A67-322340BCBE32}" type="datetime1">
              <a:rPr lang="zh-CN" altLang="en-US" smtClean="0"/>
              <a:t>2025/10/27</a:t>
            </a:fld>
            <a:endParaRPr lang="zh-CN" alt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A89D307-BA9E-4B5A-AA47-30652CAAE3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1800" y="6245225"/>
            <a:ext cx="358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(H)</a:t>
            </a:r>
            <a:r>
              <a:rPr lang="zh-CN" altLang="en-US"/>
              <a:t>实验 </a:t>
            </a:r>
            <a:endParaRPr lang="zh-CN" altLang="en-US" dirty="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505F0DD-4CE4-4DB9-8F65-A8F9294932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C5BC3A2-A45A-4D80-BE81-FEB45D3247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031" name="直接连接符 6">
            <a:extLst>
              <a:ext uri="{FF2B5EF4-FFF2-40B4-BE49-F238E27FC236}">
                <a16:creationId xmlns:a16="http://schemas.microsoft.com/office/drawing/2014/main" id="{7C8B4D17-45B4-475B-8A90-1B13C39FCD3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85312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  <p:sldLayoutId id="2147484128" r:id="rId2"/>
    <p:sldLayoutId id="2147484129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6E6F83-7452-4C15-B68F-51622ACD4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3640AD3-754D-43A0-9AE3-3FAA43BB1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139746D-DF10-4A07-8B7B-BBEBFCCBEAA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EB79E25-D34E-44BD-AE1F-6AAD39624DF3}" type="datetime1">
              <a:rPr lang="zh-CN" altLang="en-US"/>
              <a:pPr>
                <a:defRPr/>
              </a:pPr>
              <a:t>2025/10/27</a:t>
            </a:fld>
            <a:endParaRPr lang="zh-CN" alt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B2E05B7-3EAF-4558-8998-8167141032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1800" y="6245225"/>
            <a:ext cx="358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 dirty="0"/>
              <a:t>2022</a:t>
            </a:r>
            <a:r>
              <a:rPr lang="zh-CN" altLang="en-US" dirty="0"/>
              <a:t>春</a:t>
            </a:r>
            <a:r>
              <a:rPr lang="en-US" altLang="zh-CN" dirty="0"/>
              <a:t>_</a:t>
            </a:r>
            <a:r>
              <a:rPr lang="zh-CN" altLang="en-US" dirty="0"/>
              <a:t>计算机组成原理</a:t>
            </a:r>
            <a:r>
              <a:rPr lang="en-US" altLang="zh-CN" dirty="0"/>
              <a:t>(H)</a:t>
            </a:r>
            <a:r>
              <a:rPr lang="zh-CN" altLang="en-US" dirty="0"/>
              <a:t>实验 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820B7A6-8B07-4BC3-A0F8-0E1DA83188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E2E1BE5-254D-4E92-9D3E-13A9AC2875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031" name="直接连接符 6">
            <a:extLst>
              <a:ext uri="{FF2B5EF4-FFF2-40B4-BE49-F238E27FC236}">
                <a16:creationId xmlns:a16="http://schemas.microsoft.com/office/drawing/2014/main" id="{E5CE995C-4D02-4ED7-AA89-44E7236DAF4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06235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64B454A8-F7BE-4BF4-BAA5-477666E9E5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882775"/>
            <a:ext cx="7772400" cy="1470025"/>
          </a:xfrm>
        </p:spPr>
        <p:txBody>
          <a:bodyPr/>
          <a:lstStyle/>
          <a:p>
            <a:r>
              <a:rPr lang="zh-CN" altLang="en-US" sz="4800" b="1" dirty="0">
                <a:latin typeface="黑体" panose="02010609060101010101" pitchFamily="49" charset="-122"/>
                <a:ea typeface="黑体" panose="02010609060101010101" pitchFamily="49" charset="-122"/>
              </a:rPr>
              <a:t>数字逻辑设计进阶实验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副标题 2">
            <a:extLst>
              <a:ext uri="{FF2B5EF4-FFF2-40B4-BE49-F238E27FC236}">
                <a16:creationId xmlns:a16="http://schemas.microsoft.com/office/drawing/2014/main" id="{159ECC53-6DFF-4455-8913-FFBCF7D8C3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371600"/>
          </a:xfrm>
        </p:spPr>
        <p:txBody>
          <a:bodyPr/>
          <a:lstStyle/>
          <a:p>
            <a:r>
              <a:rPr lang="zh-CN" altLang="en-US" sz="3600" b="1">
                <a:ea typeface="宋体" panose="02010600030101010101" pitchFamily="2" charset="-122"/>
              </a:rPr>
              <a:t>实验二</a:t>
            </a:r>
            <a:r>
              <a:rPr lang="en-US" altLang="zh-CN" sz="3600" b="1">
                <a:ea typeface="宋体" panose="02010600030101010101" pitchFamily="2" charset="-122"/>
              </a:rPr>
              <a:t> </a:t>
            </a:r>
            <a:r>
              <a:rPr lang="zh-CN" altLang="en-US" sz="3600" b="1">
                <a:ea typeface="宋体" panose="02010600030101010101" pitchFamily="2" charset="-122"/>
              </a:rPr>
              <a:t>运算器与寄存器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D84577B-ABB6-4F1B-86B1-D2AAEBC7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8" name="页脚占位符 1">
            <a:extLst>
              <a:ext uri="{FF2B5EF4-FFF2-40B4-BE49-F238E27FC236}">
                <a16:creationId xmlns:a16="http://schemas.microsoft.com/office/drawing/2014/main" id="{39B7A5B8-7BC7-4BDF-8721-ACF7619BE2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0245D622-4C40-4D34-A768-313831E6D4B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A9C552A-E099-4805-8F86-8B63933F3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</a:p>
        </p:txBody>
      </p:sp>
      <p:sp>
        <p:nvSpPr>
          <p:cNvPr id="8198" name="内容占位符 1">
            <a:extLst>
              <a:ext uri="{FF2B5EF4-FFF2-40B4-BE49-F238E27FC236}">
                <a16:creationId xmlns:a16="http://schemas.microsoft.com/office/drawing/2014/main" id="{DE3B3327-D4F7-443B-96A5-A9F133E28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146800" cy="472122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熟练掌握运算器和寄存器的功能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熟练掌握查看生成电路及其性能和资源使用情况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熟练掌握逻辑电路的模块化设计和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描述方法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熟练掌握利用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EDA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工具，进行逻辑电路的设计、仿真、调试、下载测试等基本方法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C203610C-5D59-4DB9-9798-43DA13BAC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11" name="页脚占位符 1">
            <a:extLst>
              <a:ext uri="{FF2B5EF4-FFF2-40B4-BE49-F238E27FC236}">
                <a16:creationId xmlns:a16="http://schemas.microsoft.com/office/drawing/2014/main" id="{FEB9191F-5695-45BA-9723-3F5D9729E6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5CF4BBFA-D462-4FA8-B410-E06DD6F8B25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B532B4D-B102-4DEF-88F2-35259B31A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实验内容</a:t>
            </a:r>
          </a:p>
        </p:txBody>
      </p:sp>
      <p:sp>
        <p:nvSpPr>
          <p:cNvPr id="70" name="内容占位符 2">
            <a:extLst>
              <a:ext uri="{FF2B5EF4-FFF2-40B4-BE49-F238E27FC236}">
                <a16:creationId xmlns:a16="http://schemas.microsoft.com/office/drawing/2014/main" id="{CC93F1C2-6163-4EBB-ADEA-96BA41070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7639"/>
            <a:ext cx="8075240" cy="47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lang="zh-CN" altLang="en-US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</a:t>
            </a:r>
            <a:r>
              <a:rPr lang="en-US" altLang="zh-CN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位算术逻辑单元</a:t>
            </a:r>
            <a:r>
              <a:rPr lang="en-US" altLang="zh-CN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(Arithmetic and Logic Unit</a:t>
            </a:r>
            <a:r>
              <a:rPr lang="zh-CN" altLang="en-US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ALU)</a:t>
            </a:r>
            <a:r>
              <a:rPr lang="zh-CN" altLang="en-US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，查看生成电路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的资源和性能报告</a:t>
            </a:r>
            <a:r>
              <a:rPr lang="zh-CN" altLang="en-US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，并下载测试</a:t>
            </a:r>
            <a:endParaRPr lang="en-US" altLang="zh-CN" sz="2400" b="1" ker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 algn="just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lang="zh-CN" altLang="en-US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</a:t>
            </a:r>
            <a:r>
              <a:rPr lang="en-US" altLang="zh-CN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位无符号数乘法器，查看生成电路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的资源和性能报告</a:t>
            </a:r>
            <a:r>
              <a:rPr lang="zh-CN" altLang="en-US" sz="2400" b="1" ker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，并下载测试</a:t>
            </a:r>
            <a:endParaRPr lang="en-US" altLang="zh-CN" sz="2400" b="1" ker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defRPr/>
            </a:pPr>
            <a:endParaRPr lang="en-US" altLang="zh-CN" sz="2800" b="1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灯片编号占位符 5">
            <a:extLst>
              <a:ext uri="{FF2B5EF4-FFF2-40B4-BE49-F238E27FC236}">
                <a16:creationId xmlns:a16="http://schemas.microsoft.com/office/drawing/2014/main" id="{C2E62DB3-5CEF-44A0-8DA5-DD11EFD4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38" name="页脚占位符 1">
            <a:extLst>
              <a:ext uri="{FF2B5EF4-FFF2-40B4-BE49-F238E27FC236}">
                <a16:creationId xmlns:a16="http://schemas.microsoft.com/office/drawing/2014/main" id="{1D4EFFE4-00B1-4E72-95A6-589E902103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39" name="日期占位符 3">
            <a:extLst>
              <a:ext uri="{FF2B5EF4-FFF2-40B4-BE49-F238E27FC236}">
                <a16:creationId xmlns:a16="http://schemas.microsoft.com/office/drawing/2014/main" id="{FDD34450-3BBD-49D0-9197-F270AEB0077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696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A6F04A1-3673-4C48-BFDD-680AD3A1868A}"/>
              </a:ext>
            </a:extLst>
          </p:cNvPr>
          <p:cNvSpPr/>
          <p:nvPr/>
        </p:nvSpPr>
        <p:spPr>
          <a:xfrm>
            <a:off x="4701362" y="3666107"/>
            <a:ext cx="392098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 </a:t>
            </a:r>
            <a:r>
              <a:rPr kumimoji="0" lang="en-US" altLang="zh-CN" sz="2000" b="0" i="0" u="none" strike="noStrike" kern="1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600"/>
              </a:spcAft>
              <a:defRPr/>
            </a:pPr>
            <a:r>
              <a:rPr lang="en-US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[11:0] f,         //</a:t>
            </a:r>
            <a:r>
              <a:rPr lang="zh-CN" altLang="en-US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功能</a:t>
            </a:r>
            <a:endParaRPr lang="zh-CN" altLang="zh-CN" sz="1600" kern="10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input [</a:t>
            </a:r>
            <a:r>
              <a:rPr lang="en-US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31:0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b,    //</a:t>
            </a:r>
            <a:r>
              <a:rPr kumimoji="0" lang="zh-CN" altLang="zh-CN" sz="2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两操作数</a:t>
            </a:r>
            <a:endParaRPr kumimoji="0" lang="zh-CN" altLang="zh-CN" sz="1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output [</a:t>
            </a:r>
            <a:r>
              <a:rPr lang="en-US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1:0] y       //</a:t>
            </a:r>
            <a:r>
              <a:rPr kumimoji="0" lang="zh-CN" altLang="zh-CN" sz="2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运算结果</a:t>
            </a:r>
            <a:endParaRPr kumimoji="0" lang="zh-CN" altLang="zh-CN" sz="1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marR="0" lvl="0" indent="-1588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kumimoji="0" lang="zh-CN" altLang="zh-CN" sz="1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674" name="标题 1">
            <a:extLst>
              <a:ext uri="{FF2B5EF4-FFF2-40B4-BE49-F238E27FC236}">
                <a16:creationId xmlns:a16="http://schemas.microsoft.com/office/drawing/2014/main" id="{230061B7-7337-4E33-891B-D910731DE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ALU</a:t>
            </a:r>
            <a:endParaRPr lang="zh-CN" altLang="en-US"/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347F3484-ABC3-4B1F-82DB-ECF66A0B3A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1" y="1417639"/>
            <a:ext cx="4103688" cy="4906962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/>
              <a:t>a, b</a:t>
            </a:r>
            <a:r>
              <a:rPr lang="zh-CN" altLang="en-US" sz="2400"/>
              <a:t>：两个操作数</a:t>
            </a:r>
            <a:endParaRPr lang="en-US" altLang="zh-CN" sz="2400"/>
          </a:p>
          <a:p>
            <a:pPr marL="314325" indent="-257175" eaLnBrk="1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/>
              <a:t>f</a:t>
            </a:r>
            <a:r>
              <a:rPr lang="zh-CN" altLang="en-US" sz="2400"/>
              <a:t>：功能</a:t>
            </a:r>
            <a:endParaRPr lang="en-US" altLang="zh-CN" sz="2400"/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Font typeface="微软雅黑" panose="020B0503020204020204" pitchFamily="34" charset="-122"/>
              <a:buChar char="−"/>
            </a:pPr>
            <a:r>
              <a:rPr lang="zh-CN" altLang="en-US" sz="2000"/>
              <a:t>算术运算：加、减</a:t>
            </a:r>
            <a:endParaRPr lang="en-US" altLang="zh-CN" sz="2000"/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Font typeface="微软雅黑" panose="020B0503020204020204" pitchFamily="34" charset="-122"/>
              <a:buChar char="−"/>
            </a:pPr>
            <a:r>
              <a:rPr lang="zh-CN" altLang="en-US" sz="2000"/>
              <a:t>比较运算：有符号</a:t>
            </a:r>
            <a:r>
              <a:rPr lang="en-US" altLang="zh-CN" sz="2000"/>
              <a:t>/</a:t>
            </a:r>
            <a:r>
              <a:rPr lang="zh-CN" altLang="en-US" sz="2000"/>
              <a:t>无符号数小于</a:t>
            </a:r>
            <a:endParaRPr lang="en-US" altLang="zh-CN" sz="2000"/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Font typeface="微软雅黑" panose="020B0503020204020204" pitchFamily="34" charset="-122"/>
              <a:buChar char="−"/>
            </a:pPr>
            <a:r>
              <a:rPr lang="zh-CN" altLang="en-US" sz="2000"/>
              <a:t>逻辑运算：与、或、或非、异或</a:t>
            </a:r>
            <a:endParaRPr lang="en-US" altLang="zh-CN" sz="2000"/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Font typeface="微软雅黑" panose="020B0503020204020204" pitchFamily="34" charset="-122"/>
              <a:buChar char="−"/>
            </a:pPr>
            <a:r>
              <a:rPr lang="zh-CN" altLang="en-US" sz="2000"/>
              <a:t>移位运算：左移</a:t>
            </a:r>
            <a:r>
              <a:rPr lang="zh-CN" altLang="en-US" sz="2000" dirty="0"/>
              <a:t>、逻辑右移、</a:t>
            </a:r>
            <a:r>
              <a:rPr lang="zh-CN" altLang="en-US" sz="2000"/>
              <a:t>算术右移</a:t>
            </a:r>
            <a:endParaRPr lang="en-US" altLang="zh-CN" sz="2000"/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buFont typeface="微软雅黑" panose="020B0503020204020204" pitchFamily="34" charset="-122"/>
              <a:buChar char="−"/>
            </a:pPr>
            <a:r>
              <a:rPr lang="zh-CN" altLang="en-US" sz="2000"/>
              <a:t>数据传送</a:t>
            </a:r>
            <a:endParaRPr lang="zh-CN" altLang="en-US" sz="2000" dirty="0"/>
          </a:p>
          <a:p>
            <a:pPr eaLnBrk="1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/>
              <a:t>y</a:t>
            </a:r>
            <a:r>
              <a:rPr lang="zh-CN" altLang="en-US" sz="2400"/>
              <a:t>：运算结果</a:t>
            </a:r>
            <a:endParaRPr lang="en-US" altLang="zh-CN" sz="2400"/>
          </a:p>
          <a:p>
            <a:pPr eaLnBrk="1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grpSp>
        <p:nvGrpSpPr>
          <p:cNvPr id="28676" name="组合 13">
            <a:extLst>
              <a:ext uri="{FF2B5EF4-FFF2-40B4-BE49-F238E27FC236}">
                <a16:creationId xmlns:a16="http://schemas.microsoft.com/office/drawing/2014/main" id="{3E17D38F-13EF-4532-97DE-1FE30FDF354C}"/>
              </a:ext>
            </a:extLst>
          </p:cNvPr>
          <p:cNvGrpSpPr>
            <a:grpSpLocks/>
          </p:cNvGrpSpPr>
          <p:nvPr/>
        </p:nvGrpSpPr>
        <p:grpSpPr bwMode="auto">
          <a:xfrm>
            <a:off x="5806519" y="1454595"/>
            <a:ext cx="2108200" cy="1508249"/>
            <a:chOff x="6164262" y="2028734"/>
            <a:chExt cx="2674938" cy="1884454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CC405AA5-4EED-464C-9C44-35DF122B2EC5}"/>
                </a:ext>
              </a:extLst>
            </p:cNvPr>
            <p:cNvCxnSpPr/>
            <p:nvPr/>
          </p:nvCxnSpPr>
          <p:spPr bwMode="auto">
            <a:xfrm>
              <a:off x="6514743" y="2752857"/>
              <a:ext cx="644563" cy="19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756D9D2-9D0A-4502-B0E6-04938997C269}"/>
                </a:ext>
              </a:extLst>
            </p:cNvPr>
            <p:cNvCxnSpPr/>
            <p:nvPr/>
          </p:nvCxnSpPr>
          <p:spPr bwMode="auto">
            <a:xfrm>
              <a:off x="6514743" y="3633519"/>
              <a:ext cx="6445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0217631D-17BA-4957-9AC8-E82FBE9C9BE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15830" y="2076854"/>
              <a:ext cx="0" cy="55897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任意多边形 21">
              <a:extLst>
                <a:ext uri="{FF2B5EF4-FFF2-40B4-BE49-F238E27FC236}">
                  <a16:creationId xmlns:a16="http://schemas.microsoft.com/office/drawing/2014/main" id="{CF6C20BE-BCB0-44D2-870A-4D15E39C8EFD}"/>
                </a:ext>
              </a:extLst>
            </p:cNvPr>
            <p:cNvSpPr/>
            <p:nvPr/>
          </p:nvSpPr>
          <p:spPr bwMode="auto">
            <a:xfrm>
              <a:off x="7159307" y="2491038"/>
              <a:ext cx="660677" cy="1422150"/>
            </a:xfrm>
            <a:custGeom>
              <a:avLst/>
              <a:gdLst>
                <a:gd name="connsiteX0" fmla="*/ 10633 w 659219"/>
                <a:gd name="connsiteY0" fmla="*/ 0 h 1424763"/>
                <a:gd name="connsiteX1" fmla="*/ 659219 w 659219"/>
                <a:gd name="connsiteY1" fmla="*/ 276446 h 1424763"/>
                <a:gd name="connsiteX2" fmla="*/ 659219 w 659219"/>
                <a:gd name="connsiteY2" fmla="*/ 1137684 h 1424763"/>
                <a:gd name="connsiteX3" fmla="*/ 10633 w 659219"/>
                <a:gd name="connsiteY3" fmla="*/ 1424763 h 1424763"/>
                <a:gd name="connsiteX4" fmla="*/ 0 w 659219"/>
                <a:gd name="connsiteY4" fmla="*/ 925032 h 1424763"/>
                <a:gd name="connsiteX5" fmla="*/ 212651 w 659219"/>
                <a:gd name="connsiteY5" fmla="*/ 712381 h 1424763"/>
                <a:gd name="connsiteX6" fmla="*/ 0 w 659219"/>
                <a:gd name="connsiteY6" fmla="*/ 499730 h 1424763"/>
                <a:gd name="connsiteX7" fmla="*/ 10633 w 659219"/>
                <a:gd name="connsiteY7" fmla="*/ 0 h 1424763"/>
                <a:gd name="connsiteX0" fmla="*/ 10633 w 659219"/>
                <a:gd name="connsiteY0" fmla="*/ 0 h 1424763"/>
                <a:gd name="connsiteX1" fmla="*/ 659219 w 659219"/>
                <a:gd name="connsiteY1" fmla="*/ 276446 h 1424763"/>
                <a:gd name="connsiteX2" fmla="*/ 659219 w 659219"/>
                <a:gd name="connsiteY2" fmla="*/ 1137684 h 1424763"/>
                <a:gd name="connsiteX3" fmla="*/ 10633 w 659219"/>
                <a:gd name="connsiteY3" fmla="*/ 1424763 h 1424763"/>
                <a:gd name="connsiteX4" fmla="*/ 0 w 659219"/>
                <a:gd name="connsiteY4" fmla="*/ 925032 h 1424763"/>
                <a:gd name="connsiteX5" fmla="*/ 156279 w 659219"/>
                <a:gd name="connsiteY5" fmla="*/ 712382 h 1424763"/>
                <a:gd name="connsiteX6" fmla="*/ 0 w 659219"/>
                <a:gd name="connsiteY6" fmla="*/ 499730 h 1424763"/>
                <a:gd name="connsiteX7" fmla="*/ 10633 w 659219"/>
                <a:gd name="connsiteY7" fmla="*/ 0 h 1424763"/>
                <a:gd name="connsiteX0" fmla="*/ 10633 w 659219"/>
                <a:gd name="connsiteY0" fmla="*/ 0 h 1424763"/>
                <a:gd name="connsiteX1" fmla="*/ 659219 w 659219"/>
                <a:gd name="connsiteY1" fmla="*/ 276446 h 1424763"/>
                <a:gd name="connsiteX2" fmla="*/ 659219 w 659219"/>
                <a:gd name="connsiteY2" fmla="*/ 1137684 h 1424763"/>
                <a:gd name="connsiteX3" fmla="*/ 10633 w 659219"/>
                <a:gd name="connsiteY3" fmla="*/ 1424763 h 1424763"/>
                <a:gd name="connsiteX4" fmla="*/ 0 w 659219"/>
                <a:gd name="connsiteY4" fmla="*/ 869365 h 1424763"/>
                <a:gd name="connsiteX5" fmla="*/ 156279 w 659219"/>
                <a:gd name="connsiteY5" fmla="*/ 712382 h 1424763"/>
                <a:gd name="connsiteX6" fmla="*/ 0 w 659219"/>
                <a:gd name="connsiteY6" fmla="*/ 499730 h 1424763"/>
                <a:gd name="connsiteX7" fmla="*/ 10633 w 659219"/>
                <a:gd name="connsiteY7" fmla="*/ 0 h 1424763"/>
                <a:gd name="connsiteX0" fmla="*/ 10633 w 659219"/>
                <a:gd name="connsiteY0" fmla="*/ 0 h 1424763"/>
                <a:gd name="connsiteX1" fmla="*/ 659219 w 659219"/>
                <a:gd name="connsiteY1" fmla="*/ 276446 h 1424763"/>
                <a:gd name="connsiteX2" fmla="*/ 659219 w 659219"/>
                <a:gd name="connsiteY2" fmla="*/ 1137684 h 1424763"/>
                <a:gd name="connsiteX3" fmla="*/ 10633 w 659219"/>
                <a:gd name="connsiteY3" fmla="*/ 1424763 h 1424763"/>
                <a:gd name="connsiteX4" fmla="*/ 0 w 659219"/>
                <a:gd name="connsiteY4" fmla="*/ 869365 h 1424763"/>
                <a:gd name="connsiteX5" fmla="*/ 156279 w 659219"/>
                <a:gd name="connsiteY5" fmla="*/ 712382 h 1424763"/>
                <a:gd name="connsiteX6" fmla="*/ 0 w 659219"/>
                <a:gd name="connsiteY6" fmla="*/ 544264 h 1424763"/>
                <a:gd name="connsiteX7" fmla="*/ 10633 w 659219"/>
                <a:gd name="connsiteY7" fmla="*/ 0 h 1424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9219" h="1424763">
                  <a:moveTo>
                    <a:pt x="10633" y="0"/>
                  </a:moveTo>
                  <a:lnTo>
                    <a:pt x="659219" y="276446"/>
                  </a:lnTo>
                  <a:lnTo>
                    <a:pt x="659219" y="1137684"/>
                  </a:lnTo>
                  <a:lnTo>
                    <a:pt x="10633" y="1424763"/>
                  </a:lnTo>
                  <a:lnTo>
                    <a:pt x="0" y="869365"/>
                  </a:lnTo>
                  <a:lnTo>
                    <a:pt x="156279" y="712382"/>
                  </a:lnTo>
                  <a:lnTo>
                    <a:pt x="0" y="544264"/>
                  </a:lnTo>
                  <a:lnTo>
                    <a:pt x="10633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28698" name="TextBox 33">
              <a:extLst>
                <a:ext uri="{FF2B5EF4-FFF2-40B4-BE49-F238E27FC236}">
                  <a16:creationId xmlns:a16="http://schemas.microsoft.com/office/drawing/2014/main" id="{2281B989-DDD6-4D87-B6DE-A8FDB3732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4262" y="2538195"/>
              <a:ext cx="384792" cy="307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8699" name="TextBox 34">
              <a:extLst>
                <a:ext uri="{FF2B5EF4-FFF2-40B4-BE49-F238E27FC236}">
                  <a16:creationId xmlns:a16="http://schemas.microsoft.com/office/drawing/2014/main" id="{F3DEDA29-E9B2-4CBB-B585-5BBA7004C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4262" y="3466648"/>
              <a:ext cx="370363" cy="307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b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8701" name="TextBox 36">
              <a:extLst>
                <a:ext uri="{FF2B5EF4-FFF2-40B4-BE49-F238E27FC236}">
                  <a16:creationId xmlns:a16="http://schemas.microsoft.com/office/drawing/2014/main" id="{F3F8C754-30A2-496B-A963-1BD875FB3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4621" y="2028734"/>
              <a:ext cx="490725" cy="353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f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F9F5F86-9A08-40EC-A81D-C5EC55709822}"/>
                </a:ext>
              </a:extLst>
            </p:cNvPr>
            <p:cNvCxnSpPr/>
            <p:nvPr/>
          </p:nvCxnSpPr>
          <p:spPr bwMode="auto">
            <a:xfrm>
              <a:off x="7801855" y="3196337"/>
              <a:ext cx="642550" cy="19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03" name="TextBox 42">
              <a:extLst>
                <a:ext uri="{FF2B5EF4-FFF2-40B4-BE49-F238E27FC236}">
                  <a16:creationId xmlns:a16="http://schemas.microsoft.com/office/drawing/2014/main" id="{B6F962E0-02E8-43D0-99D8-7E527FD03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4408" y="3032993"/>
              <a:ext cx="384792" cy="307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C3F7977-C5B7-440F-8156-AC209C26B0DD}"/>
                </a:ext>
              </a:extLst>
            </p:cNvPr>
            <p:cNvSpPr txBox="1"/>
            <p:nvPr/>
          </p:nvSpPr>
          <p:spPr bwMode="auto">
            <a:xfrm>
              <a:off x="7249532" y="2911876"/>
              <a:ext cx="546785" cy="612109"/>
            </a:xfrm>
            <a:prstGeom prst="rect">
              <a:avLst/>
            </a:prstGeom>
            <a:noFill/>
          </p:spPr>
          <p:txBody>
            <a:bodyPr vert="vert270"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ALU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8" name="灯片编号占位符 5">
            <a:extLst>
              <a:ext uri="{FF2B5EF4-FFF2-40B4-BE49-F238E27FC236}">
                <a16:creationId xmlns:a16="http://schemas.microsoft.com/office/drawing/2014/main" id="{A2D941C7-39D3-4B39-85F5-457C364D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59" name="页脚占位符 1">
            <a:extLst>
              <a:ext uri="{FF2B5EF4-FFF2-40B4-BE49-F238E27FC236}">
                <a16:creationId xmlns:a16="http://schemas.microsoft.com/office/drawing/2014/main" id="{18606C9B-919A-462C-972D-84CBA6703B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60" name="日期占位符 3">
            <a:extLst>
              <a:ext uri="{FF2B5EF4-FFF2-40B4-BE49-F238E27FC236}">
                <a16:creationId xmlns:a16="http://schemas.microsoft.com/office/drawing/2014/main" id="{5E840AB7-3900-4FD6-B547-CC941052AA8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867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432C70BB-41BA-4696-B24A-44F9F1289D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ALU</a:t>
            </a:r>
            <a:r>
              <a:rPr lang="zh-CN" altLang="en-US"/>
              <a:t> 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9BA2FA1-7B1F-42B2-833C-077E9BF99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094785"/>
              </p:ext>
            </p:extLst>
          </p:nvPr>
        </p:nvGraphicFramePr>
        <p:xfrm>
          <a:off x="791580" y="1589297"/>
          <a:ext cx="4104456" cy="4503995"/>
        </p:xfrm>
        <a:graphic>
          <a:graphicData uri="http://schemas.openxmlformats.org/drawingml/2006/table">
            <a:tbl>
              <a:tblPr/>
              <a:tblGrid>
                <a:gridCol w="2304256">
                  <a:extLst>
                    <a:ext uri="{9D8B030D-6E8A-4147-A177-3AD203B41FA5}">
                      <a16:colId xmlns:a16="http://schemas.microsoft.com/office/drawing/2014/main" val="1065567424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375328932"/>
                    </a:ext>
                  </a:extLst>
                </a:gridCol>
              </a:tblGrid>
              <a:tr h="38349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078256"/>
                  </a:ext>
                </a:extLst>
              </a:tr>
              <a:tr h="3345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0000_0000_0001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+ 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679873"/>
                  </a:ext>
                </a:extLst>
              </a:tr>
              <a:tr h="3345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0000_0000_0010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- 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698847"/>
                  </a:ext>
                </a:extLst>
              </a:tr>
              <a:tr h="38349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0000_0000_0100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&lt;</a:t>
                      </a:r>
                      <a:r>
                        <a:rPr lang="en-US" sz="20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 s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 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212027"/>
                  </a:ext>
                </a:extLst>
              </a:tr>
              <a:tr h="38349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0000_0000_1000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&lt;</a:t>
                      </a:r>
                      <a:r>
                        <a:rPr lang="en-US" sz="20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 u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 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973770"/>
                  </a:ext>
                </a:extLst>
              </a:tr>
              <a:tr h="3345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0000_0001_0000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&amp; 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854201"/>
                  </a:ext>
                </a:extLst>
              </a:tr>
              <a:tr h="3345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0000_0010_0000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~| 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699313"/>
                  </a:ext>
                </a:extLst>
              </a:tr>
              <a:tr h="3345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0000_0100_0000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| 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747149"/>
                  </a:ext>
                </a:extLst>
              </a:tr>
              <a:tr h="3345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0000_1000_0000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^ 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78918"/>
                  </a:ext>
                </a:extLst>
              </a:tr>
              <a:tr h="3345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0001_0000_0000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&lt;&lt; b[4:0]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950409"/>
                  </a:ext>
                </a:extLst>
              </a:tr>
              <a:tr h="3345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0010_0000_0000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&gt;&gt; b[4:0]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731551"/>
                  </a:ext>
                </a:extLst>
              </a:tr>
              <a:tr h="3345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0100_0000_0000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 &gt;&gt;&gt; b[4:0]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827500"/>
                  </a:ext>
                </a:extLst>
              </a:tr>
              <a:tr h="3426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1000_0000_0000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230526"/>
                  </a:ext>
                </a:extLst>
              </a:tr>
            </a:tbl>
          </a:graphicData>
        </a:graphic>
      </p:graphicFrame>
      <p:grpSp>
        <p:nvGrpSpPr>
          <p:cNvPr id="27" name="组合 13">
            <a:extLst>
              <a:ext uri="{FF2B5EF4-FFF2-40B4-BE49-F238E27FC236}">
                <a16:creationId xmlns:a16="http://schemas.microsoft.com/office/drawing/2014/main" id="{C6D5CC19-5358-46DF-B284-090666B6ED79}"/>
              </a:ext>
            </a:extLst>
          </p:cNvPr>
          <p:cNvGrpSpPr>
            <a:grpSpLocks/>
          </p:cNvGrpSpPr>
          <p:nvPr/>
        </p:nvGrpSpPr>
        <p:grpSpPr bwMode="auto">
          <a:xfrm>
            <a:off x="5806519" y="1454595"/>
            <a:ext cx="2108200" cy="1508249"/>
            <a:chOff x="6164262" y="2028734"/>
            <a:chExt cx="2674938" cy="1884454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3F56821-67B6-4BC7-A4E5-16BF1D4E0181}"/>
                </a:ext>
              </a:extLst>
            </p:cNvPr>
            <p:cNvCxnSpPr/>
            <p:nvPr/>
          </p:nvCxnSpPr>
          <p:spPr bwMode="auto">
            <a:xfrm>
              <a:off x="6514743" y="2752857"/>
              <a:ext cx="644563" cy="19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5E3B1D2-1806-458F-B486-9393FFA39617}"/>
                </a:ext>
              </a:extLst>
            </p:cNvPr>
            <p:cNvCxnSpPr/>
            <p:nvPr/>
          </p:nvCxnSpPr>
          <p:spPr bwMode="auto">
            <a:xfrm>
              <a:off x="6514743" y="3633519"/>
              <a:ext cx="64456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493FD00-315F-4C98-917A-AC957F5EECD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15830" y="2076854"/>
              <a:ext cx="0" cy="55897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任意多边形 21">
              <a:extLst>
                <a:ext uri="{FF2B5EF4-FFF2-40B4-BE49-F238E27FC236}">
                  <a16:creationId xmlns:a16="http://schemas.microsoft.com/office/drawing/2014/main" id="{DC9479AF-9404-41B9-B692-E24315C2279E}"/>
                </a:ext>
              </a:extLst>
            </p:cNvPr>
            <p:cNvSpPr/>
            <p:nvPr/>
          </p:nvSpPr>
          <p:spPr bwMode="auto">
            <a:xfrm>
              <a:off x="7159307" y="2491038"/>
              <a:ext cx="660677" cy="1422150"/>
            </a:xfrm>
            <a:custGeom>
              <a:avLst/>
              <a:gdLst>
                <a:gd name="connsiteX0" fmla="*/ 10633 w 659219"/>
                <a:gd name="connsiteY0" fmla="*/ 0 h 1424763"/>
                <a:gd name="connsiteX1" fmla="*/ 659219 w 659219"/>
                <a:gd name="connsiteY1" fmla="*/ 276446 h 1424763"/>
                <a:gd name="connsiteX2" fmla="*/ 659219 w 659219"/>
                <a:gd name="connsiteY2" fmla="*/ 1137684 h 1424763"/>
                <a:gd name="connsiteX3" fmla="*/ 10633 w 659219"/>
                <a:gd name="connsiteY3" fmla="*/ 1424763 h 1424763"/>
                <a:gd name="connsiteX4" fmla="*/ 0 w 659219"/>
                <a:gd name="connsiteY4" fmla="*/ 925032 h 1424763"/>
                <a:gd name="connsiteX5" fmla="*/ 212651 w 659219"/>
                <a:gd name="connsiteY5" fmla="*/ 712381 h 1424763"/>
                <a:gd name="connsiteX6" fmla="*/ 0 w 659219"/>
                <a:gd name="connsiteY6" fmla="*/ 499730 h 1424763"/>
                <a:gd name="connsiteX7" fmla="*/ 10633 w 659219"/>
                <a:gd name="connsiteY7" fmla="*/ 0 h 1424763"/>
                <a:gd name="connsiteX0" fmla="*/ 10633 w 659219"/>
                <a:gd name="connsiteY0" fmla="*/ 0 h 1424763"/>
                <a:gd name="connsiteX1" fmla="*/ 659219 w 659219"/>
                <a:gd name="connsiteY1" fmla="*/ 276446 h 1424763"/>
                <a:gd name="connsiteX2" fmla="*/ 659219 w 659219"/>
                <a:gd name="connsiteY2" fmla="*/ 1137684 h 1424763"/>
                <a:gd name="connsiteX3" fmla="*/ 10633 w 659219"/>
                <a:gd name="connsiteY3" fmla="*/ 1424763 h 1424763"/>
                <a:gd name="connsiteX4" fmla="*/ 0 w 659219"/>
                <a:gd name="connsiteY4" fmla="*/ 925032 h 1424763"/>
                <a:gd name="connsiteX5" fmla="*/ 156279 w 659219"/>
                <a:gd name="connsiteY5" fmla="*/ 712382 h 1424763"/>
                <a:gd name="connsiteX6" fmla="*/ 0 w 659219"/>
                <a:gd name="connsiteY6" fmla="*/ 499730 h 1424763"/>
                <a:gd name="connsiteX7" fmla="*/ 10633 w 659219"/>
                <a:gd name="connsiteY7" fmla="*/ 0 h 1424763"/>
                <a:gd name="connsiteX0" fmla="*/ 10633 w 659219"/>
                <a:gd name="connsiteY0" fmla="*/ 0 h 1424763"/>
                <a:gd name="connsiteX1" fmla="*/ 659219 w 659219"/>
                <a:gd name="connsiteY1" fmla="*/ 276446 h 1424763"/>
                <a:gd name="connsiteX2" fmla="*/ 659219 w 659219"/>
                <a:gd name="connsiteY2" fmla="*/ 1137684 h 1424763"/>
                <a:gd name="connsiteX3" fmla="*/ 10633 w 659219"/>
                <a:gd name="connsiteY3" fmla="*/ 1424763 h 1424763"/>
                <a:gd name="connsiteX4" fmla="*/ 0 w 659219"/>
                <a:gd name="connsiteY4" fmla="*/ 869365 h 1424763"/>
                <a:gd name="connsiteX5" fmla="*/ 156279 w 659219"/>
                <a:gd name="connsiteY5" fmla="*/ 712382 h 1424763"/>
                <a:gd name="connsiteX6" fmla="*/ 0 w 659219"/>
                <a:gd name="connsiteY6" fmla="*/ 499730 h 1424763"/>
                <a:gd name="connsiteX7" fmla="*/ 10633 w 659219"/>
                <a:gd name="connsiteY7" fmla="*/ 0 h 1424763"/>
                <a:gd name="connsiteX0" fmla="*/ 10633 w 659219"/>
                <a:gd name="connsiteY0" fmla="*/ 0 h 1424763"/>
                <a:gd name="connsiteX1" fmla="*/ 659219 w 659219"/>
                <a:gd name="connsiteY1" fmla="*/ 276446 h 1424763"/>
                <a:gd name="connsiteX2" fmla="*/ 659219 w 659219"/>
                <a:gd name="connsiteY2" fmla="*/ 1137684 h 1424763"/>
                <a:gd name="connsiteX3" fmla="*/ 10633 w 659219"/>
                <a:gd name="connsiteY3" fmla="*/ 1424763 h 1424763"/>
                <a:gd name="connsiteX4" fmla="*/ 0 w 659219"/>
                <a:gd name="connsiteY4" fmla="*/ 869365 h 1424763"/>
                <a:gd name="connsiteX5" fmla="*/ 156279 w 659219"/>
                <a:gd name="connsiteY5" fmla="*/ 712382 h 1424763"/>
                <a:gd name="connsiteX6" fmla="*/ 0 w 659219"/>
                <a:gd name="connsiteY6" fmla="*/ 544264 h 1424763"/>
                <a:gd name="connsiteX7" fmla="*/ 10633 w 659219"/>
                <a:gd name="connsiteY7" fmla="*/ 0 h 1424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9219" h="1424763">
                  <a:moveTo>
                    <a:pt x="10633" y="0"/>
                  </a:moveTo>
                  <a:lnTo>
                    <a:pt x="659219" y="276446"/>
                  </a:lnTo>
                  <a:lnTo>
                    <a:pt x="659219" y="1137684"/>
                  </a:lnTo>
                  <a:lnTo>
                    <a:pt x="10633" y="1424763"/>
                  </a:lnTo>
                  <a:lnTo>
                    <a:pt x="0" y="869365"/>
                  </a:lnTo>
                  <a:lnTo>
                    <a:pt x="156279" y="712382"/>
                  </a:lnTo>
                  <a:lnTo>
                    <a:pt x="0" y="544264"/>
                  </a:lnTo>
                  <a:lnTo>
                    <a:pt x="10633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32" name="TextBox 33">
              <a:extLst>
                <a:ext uri="{FF2B5EF4-FFF2-40B4-BE49-F238E27FC236}">
                  <a16:creationId xmlns:a16="http://schemas.microsoft.com/office/drawing/2014/main" id="{A8D9D18F-368B-4AB0-8086-10D570565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4262" y="2538195"/>
              <a:ext cx="384792" cy="307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3" name="TextBox 34">
              <a:extLst>
                <a:ext uri="{FF2B5EF4-FFF2-40B4-BE49-F238E27FC236}">
                  <a16:creationId xmlns:a16="http://schemas.microsoft.com/office/drawing/2014/main" id="{45B28D5B-AAC2-4B3E-9DCF-AFF16388D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4262" y="3466648"/>
              <a:ext cx="370363" cy="307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b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4" name="TextBox 36">
              <a:extLst>
                <a:ext uri="{FF2B5EF4-FFF2-40B4-BE49-F238E27FC236}">
                  <a16:creationId xmlns:a16="http://schemas.microsoft.com/office/drawing/2014/main" id="{900AB9E9-A134-4D1E-9A4B-42C198C86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4621" y="2028734"/>
              <a:ext cx="490725" cy="353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f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A5B8366-3F04-4371-B3FC-410318209043}"/>
                </a:ext>
              </a:extLst>
            </p:cNvPr>
            <p:cNvCxnSpPr/>
            <p:nvPr/>
          </p:nvCxnSpPr>
          <p:spPr bwMode="auto">
            <a:xfrm>
              <a:off x="7801855" y="3196337"/>
              <a:ext cx="642550" cy="19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42">
              <a:extLst>
                <a:ext uri="{FF2B5EF4-FFF2-40B4-BE49-F238E27FC236}">
                  <a16:creationId xmlns:a16="http://schemas.microsoft.com/office/drawing/2014/main" id="{14375F9A-2E77-4FE5-B27E-68CE3EDAAB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4408" y="3032993"/>
              <a:ext cx="384792" cy="307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B6D1EE4-9FB7-4F7A-91F8-BE58644B4C1D}"/>
                </a:ext>
              </a:extLst>
            </p:cNvPr>
            <p:cNvSpPr txBox="1"/>
            <p:nvPr/>
          </p:nvSpPr>
          <p:spPr bwMode="auto">
            <a:xfrm>
              <a:off x="7249532" y="2911876"/>
              <a:ext cx="546785" cy="612109"/>
            </a:xfrm>
            <a:prstGeom prst="rect">
              <a:avLst/>
            </a:prstGeom>
            <a:noFill/>
          </p:spPr>
          <p:txBody>
            <a:bodyPr vert="vert270"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ALU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54D20C3C-4869-4CBE-B037-1212DA51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40" name="页脚占位符 1">
            <a:extLst>
              <a:ext uri="{FF2B5EF4-FFF2-40B4-BE49-F238E27FC236}">
                <a16:creationId xmlns:a16="http://schemas.microsoft.com/office/drawing/2014/main" id="{4A7E0133-C768-4E0F-97C5-68DFB3578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41" name="日期占位符 3">
            <a:extLst>
              <a:ext uri="{FF2B5EF4-FFF2-40B4-BE49-F238E27FC236}">
                <a16:creationId xmlns:a16="http://schemas.microsoft.com/office/drawing/2014/main" id="{64F78C4F-CF0B-4DC2-9C2F-CE0D5FD22EB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DE48699-A8DA-4F01-A0D2-D0532FD40901}"/>
              </a:ext>
            </a:extLst>
          </p:cNvPr>
          <p:cNvCxnSpPr/>
          <p:nvPr/>
        </p:nvCxnSpPr>
        <p:spPr bwMode="auto">
          <a:xfrm>
            <a:off x="971600" y="3392996"/>
            <a:ext cx="34563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94CC11B-3D39-4B11-9F7A-AF50ADF14CB9}"/>
              </a:ext>
            </a:extLst>
          </p:cNvPr>
          <p:cNvCxnSpPr/>
          <p:nvPr/>
        </p:nvCxnSpPr>
        <p:spPr bwMode="auto">
          <a:xfrm>
            <a:off x="971600" y="4761148"/>
            <a:ext cx="34563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8D9404D9-343F-45DC-B59B-6438F283827D}"/>
              </a:ext>
            </a:extLst>
          </p:cNvPr>
          <p:cNvSpPr/>
          <p:nvPr/>
        </p:nvSpPr>
        <p:spPr>
          <a:xfrm>
            <a:off x="4967261" y="3505689"/>
            <a:ext cx="3389184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比较两种不同实现方式的电路资源和性能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47675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）全部使用运算符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47675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zh-CN" altLang="en-US" sz="2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）优化电路资源</a:t>
            </a:r>
            <a:endParaRPr lang="en-US" altLang="zh-CN" sz="20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41438" lvl="1" indent="-268288" algn="just">
              <a:spcAft>
                <a:spcPts val="600"/>
              </a:spcAft>
              <a:buFont typeface="微软雅黑" panose="020B0503020204020204" pitchFamily="34" charset="-122"/>
              <a:buChar char="−"/>
              <a:defRPr/>
            </a:pPr>
            <a:r>
              <a:rPr lang="zh-CN" altLang="en-US" kern="1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利用加法实现减法</a:t>
            </a:r>
            <a:endParaRPr lang="en-US" altLang="zh-CN" kern="100" dirty="0">
              <a:solidFill>
                <a:srgbClr val="00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41438" lvl="1" indent="-268288" algn="just">
              <a:spcAft>
                <a:spcPts val="600"/>
              </a:spcAft>
              <a:buFont typeface="微软雅黑" panose="020B0503020204020204" pitchFamily="34" charset="-122"/>
              <a:buChar char="−"/>
              <a:defRPr/>
            </a:pPr>
            <a:r>
              <a:rPr lang="zh-CN" altLang="en-US" kern="1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利用减法实现比较</a:t>
            </a:r>
            <a:endParaRPr lang="en-US" altLang="zh-CN" kern="100" dirty="0">
              <a:solidFill>
                <a:srgbClr val="00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41438" lvl="1" indent="-268288" algn="just">
              <a:spcAft>
                <a:spcPts val="600"/>
              </a:spcAft>
              <a:buFont typeface="微软雅黑" panose="020B0503020204020204" pitchFamily="34" charset="-122"/>
              <a:buChar char="−"/>
              <a:defRPr/>
            </a:pPr>
            <a:r>
              <a:rPr lang="zh-CN" altLang="en-US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利用右移实现左移</a:t>
            </a:r>
            <a:endParaRPr lang="zh-CN" altLang="zh-CN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01DB3F2E-7521-4281-983C-FF4DA869A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寄存器</a:t>
            </a:r>
            <a:endParaRPr lang="zh-CN" altLang="en-US" dirty="0"/>
          </a:p>
        </p:txBody>
      </p:sp>
      <p:sp>
        <p:nvSpPr>
          <p:cNvPr id="23556" name="矩形 24">
            <a:extLst>
              <a:ext uri="{FF2B5EF4-FFF2-40B4-BE49-F238E27FC236}">
                <a16:creationId xmlns:a16="http://schemas.microsoft.com/office/drawing/2014/main" id="{8C16E0FE-4C0A-401B-8CE2-C1598AA23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417638"/>
            <a:ext cx="3930881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defTabSz="4572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defTabSz="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defTabSz="4572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defTabSz="4572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module  register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#( parameter WIDTH = 32,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0" dirty="0">
                <a:solidFill>
                  <a:srgbClr val="000000"/>
                </a:solidFill>
                <a:ea typeface="等线" panose="02010600030101010101" pitchFamily="2" charset="-122"/>
              </a:rPr>
              <a:t>                     RST_VAL = 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等线" panose="02010600030101010101" pitchFamily="2" charset="-122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)(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0" dirty="0">
                <a:solidFill>
                  <a:srgbClr val="000000"/>
                </a:solidFill>
                <a:ea typeface="等线" panose="02010600030101010101" pitchFamily="2" charset="-122"/>
              </a:rPr>
              <a:t>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input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clk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rst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en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,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    input  [WIDTH-1:0]  d,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    output reg  [WIDTH-1:0] q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);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等线" panose="02010600030101010101" pitchFamily="2" charset="-122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always @(posedge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clk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)</a:t>
            </a:r>
          </a:p>
          <a:p>
            <a:pPr lvl="0" eaLnBrk="1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    if 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rst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) q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ea typeface="等线" panose="02010600030101010101" pitchFamily="2" charset="-122"/>
              </a:rPr>
              <a:t>&lt;=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rgbClr val="000000"/>
                </a:solidFill>
                <a:ea typeface="等线" panose="02010600030101010101" pitchFamily="2" charset="-122"/>
              </a:rPr>
              <a:t>RST_VAL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;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    else  if 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en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)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        q &lt;= d;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VS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组合逻辑电路）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等线" panose="02010600030101010101" pitchFamily="2" charset="-122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等线" panose="02010600030101010101" pitchFamily="2" charset="-122"/>
              </a:rPr>
              <a:t>endmodule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等线" panose="02010600030101010101" pitchFamily="2" charset="-122"/>
            </a:endParaRPr>
          </a:p>
        </p:txBody>
      </p:sp>
      <p:graphicFrame>
        <p:nvGraphicFramePr>
          <p:cNvPr id="21" name="表格 25">
            <a:extLst>
              <a:ext uri="{FF2B5EF4-FFF2-40B4-BE49-F238E27FC236}">
                <a16:creationId xmlns:a16="http://schemas.microsoft.com/office/drawing/2014/main" id="{861C75FA-423F-4EBE-8A03-6AC91D9A5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237000"/>
              </p:ext>
            </p:extLst>
          </p:nvPr>
        </p:nvGraphicFramePr>
        <p:xfrm>
          <a:off x="4381173" y="1883969"/>
          <a:ext cx="2469638" cy="1481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1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rst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功能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复位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4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↑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置数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4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↑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保持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587" name="矩形 27">
            <a:extLst>
              <a:ext uri="{FF2B5EF4-FFF2-40B4-BE49-F238E27FC236}">
                <a16:creationId xmlns:a16="http://schemas.microsoft.com/office/drawing/2014/main" id="{66D86766-6CC3-4EFE-BD65-A656FBC7C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670" y="1444905"/>
            <a:ext cx="17335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寄存器功能表</a:t>
            </a:r>
          </a:p>
        </p:txBody>
      </p:sp>
      <p:sp>
        <p:nvSpPr>
          <p:cNvPr id="23588" name="矩形 1">
            <a:extLst>
              <a:ext uri="{FF2B5EF4-FFF2-40B4-BE49-F238E27FC236}">
                <a16:creationId xmlns:a16="http://schemas.microsoft.com/office/drawing/2014/main" id="{FBF409DA-31AA-4471-8F34-2BE88DEEE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835" y="3467796"/>
            <a:ext cx="37359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342900" indent="-3429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268288" marR="0" lvl="1" indent="-2682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d,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q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：输入</a:t>
            </a:r>
            <a:r>
              <a:rPr lang="zh-CN" altLang="en-US" sz="2000" dirty="0">
                <a:solidFill>
                  <a:srgbClr val="000000"/>
                </a:solidFill>
              </a:rPr>
              <a:t>、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输出数据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68288" marR="0" lvl="1" indent="-268288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clk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rst,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：时钟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复位</a:t>
            </a:r>
            <a:r>
              <a:rPr lang="en-US" altLang="zh-CN" sz="2000" dirty="0">
                <a:solidFill>
                  <a:srgbClr val="000000"/>
                </a:solidFill>
              </a:rPr>
              <a:t>,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使能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62F07FB-C675-4750-B650-6F613F55A68A}"/>
              </a:ext>
            </a:extLst>
          </p:cNvPr>
          <p:cNvGrpSpPr/>
          <p:nvPr/>
        </p:nvGrpSpPr>
        <p:grpSpPr>
          <a:xfrm>
            <a:off x="7086600" y="1926955"/>
            <a:ext cx="1323259" cy="1405770"/>
            <a:chOff x="1157170" y="2066677"/>
            <a:chExt cx="1472941" cy="1091847"/>
          </a:xfrm>
        </p:grpSpPr>
        <p:sp>
          <p:nvSpPr>
            <p:cNvPr id="25" name="文本框 51">
              <a:extLst>
                <a:ext uri="{FF2B5EF4-FFF2-40B4-BE49-F238E27FC236}">
                  <a16:creationId xmlns:a16="http://schemas.microsoft.com/office/drawing/2014/main" id="{02179FE6-3B4B-4DB6-9A60-F93D0CBF0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594" y="2066677"/>
              <a:ext cx="913900" cy="109184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</a:t>
              </a:r>
              <a:endPara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32">
              <a:extLst>
                <a:ext uri="{FF2B5EF4-FFF2-40B4-BE49-F238E27FC236}">
                  <a16:creationId xmlns:a16="http://schemas.microsoft.com/office/drawing/2014/main" id="{6FCC7058-B9E2-40B0-A0DF-F3BD7D1B6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4" y="2166530"/>
              <a:ext cx="142753" cy="250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56FC489-DE14-4843-A879-C90C1E6536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57170" y="2311235"/>
              <a:ext cx="2745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2">
              <a:extLst>
                <a:ext uri="{FF2B5EF4-FFF2-40B4-BE49-F238E27FC236}">
                  <a16:creationId xmlns:a16="http://schemas.microsoft.com/office/drawing/2014/main" id="{E17E33B3-A04D-43FF-90C6-5E789DBAC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878" y="2606291"/>
              <a:ext cx="283709" cy="239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rst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E3E8080-81C8-48E6-8CF9-10E4E3E652B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57170" y="2752946"/>
              <a:ext cx="27942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32">
              <a:extLst>
                <a:ext uri="{FF2B5EF4-FFF2-40B4-BE49-F238E27FC236}">
                  <a16:creationId xmlns:a16="http://schemas.microsoft.com/office/drawing/2014/main" id="{C107BF24-CFD7-4417-9C0F-FFFDF40D1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878" y="2378934"/>
              <a:ext cx="269448" cy="250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39115FF9-BA1A-4E73-8777-1BE111F3306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57170" y="2534098"/>
              <a:ext cx="26305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FF439FEC-B611-4095-9B61-53DF19A72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679" y="2808655"/>
              <a:ext cx="347962" cy="250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clk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3F44CE76-D53A-442E-BBF3-DBE4F816192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57170" y="2971634"/>
              <a:ext cx="27385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2">
              <a:extLst>
                <a:ext uri="{FF2B5EF4-FFF2-40B4-BE49-F238E27FC236}">
                  <a16:creationId xmlns:a16="http://schemas.microsoft.com/office/drawing/2014/main" id="{19DE81D7-CD07-4131-BC36-ABF306520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6506" y="2467450"/>
              <a:ext cx="142753" cy="250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0F6512A-C3F6-45D7-A32F-55100AEC13D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8633" y="2619313"/>
              <a:ext cx="29147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灯片编号占位符 5">
            <a:extLst>
              <a:ext uri="{FF2B5EF4-FFF2-40B4-BE49-F238E27FC236}">
                <a16:creationId xmlns:a16="http://schemas.microsoft.com/office/drawing/2014/main" id="{B570067A-B8D6-4A61-AB92-876065D5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37" name="页脚占位符 1">
            <a:extLst>
              <a:ext uri="{FF2B5EF4-FFF2-40B4-BE49-F238E27FC236}">
                <a16:creationId xmlns:a16="http://schemas.microsoft.com/office/drawing/2014/main" id="{A2187561-0F61-41A6-917A-4AFAAB9E29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38" name="日期占位符 3">
            <a:extLst>
              <a:ext uri="{FF2B5EF4-FFF2-40B4-BE49-F238E27FC236}">
                <a16:creationId xmlns:a16="http://schemas.microsoft.com/office/drawing/2014/main" id="{A9D12DB6-1477-491F-B595-67EBEE0177A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6E5B5E74-46CF-430E-814B-BCE1204AC450}"/>
              </a:ext>
            </a:extLst>
          </p:cNvPr>
          <p:cNvGrpSpPr/>
          <p:nvPr/>
        </p:nvGrpSpPr>
        <p:grpSpPr>
          <a:xfrm>
            <a:off x="4244005" y="4324588"/>
            <a:ext cx="4032288" cy="1811919"/>
            <a:chOff x="1079508" y="4137553"/>
            <a:chExt cx="2710287" cy="1712314"/>
          </a:xfrm>
        </p:grpSpPr>
        <p:sp>
          <p:nvSpPr>
            <p:cNvPr id="77" name="文本框 68">
              <a:extLst>
                <a:ext uri="{FF2B5EF4-FFF2-40B4-BE49-F238E27FC236}">
                  <a16:creationId xmlns:a16="http://schemas.microsoft.com/office/drawing/2014/main" id="{6E086017-A02B-41F0-BFC4-F5E7AAB9E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3498" y="4137553"/>
              <a:ext cx="358506" cy="349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 err="1">
                  <a:latin typeface="Arial" panose="020B0604020202020204" pitchFamily="34" charset="0"/>
                </a:rPr>
                <a:t>clk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78" name="文本框 70">
              <a:extLst>
                <a:ext uri="{FF2B5EF4-FFF2-40B4-BE49-F238E27FC236}">
                  <a16:creationId xmlns:a16="http://schemas.microsoft.com/office/drawing/2014/main" id="{393C1A5D-4472-4EF9-85C6-EFC328F5C0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508" y="4460702"/>
              <a:ext cx="392494" cy="356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rst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79" name="文本框 72">
              <a:extLst>
                <a:ext uri="{FF2B5EF4-FFF2-40B4-BE49-F238E27FC236}">
                  <a16:creationId xmlns:a16="http://schemas.microsoft.com/office/drawing/2014/main" id="{86B287D6-0DFD-456C-B6BC-483FEDDDD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3499" y="4756361"/>
              <a:ext cx="296515" cy="349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 err="1">
                  <a:latin typeface="Arial" panose="020B0604020202020204" pitchFamily="34" charset="0"/>
                </a:rPr>
                <a:t>en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80" name="文本框 73">
              <a:extLst>
                <a:ext uri="{FF2B5EF4-FFF2-40B4-BE49-F238E27FC236}">
                  <a16:creationId xmlns:a16="http://schemas.microsoft.com/office/drawing/2014/main" id="{56E21B1A-0C92-4785-A1BD-F74C9237E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3825" y="5132970"/>
              <a:ext cx="37618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</a:rPr>
                <a:t>d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81" name="文本框 74">
              <a:extLst>
                <a:ext uri="{FF2B5EF4-FFF2-40B4-BE49-F238E27FC236}">
                  <a16:creationId xmlns:a16="http://schemas.microsoft.com/office/drawing/2014/main" id="{4A8B99E7-6685-4846-ADC6-9FCC33787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2895" y="5463718"/>
              <a:ext cx="37618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</a:rPr>
                <a:t>q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CF673E9E-9340-40C8-A4CB-16890DFAA23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46655" y="4256114"/>
              <a:ext cx="0" cy="1528387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5E061948-D8E6-4020-A777-E68623C4147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119079" y="4256114"/>
              <a:ext cx="0" cy="1528387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C9FDA5B2-B772-411D-961E-03781B29A7F5}"/>
                </a:ext>
              </a:extLst>
            </p:cNvPr>
            <p:cNvGrpSpPr/>
            <p:nvPr/>
          </p:nvGrpSpPr>
          <p:grpSpPr>
            <a:xfrm>
              <a:off x="1457263" y="4211355"/>
              <a:ext cx="2332532" cy="198747"/>
              <a:chOff x="1457263" y="4179735"/>
              <a:chExt cx="2332532" cy="224561"/>
            </a:xfrm>
          </p:grpSpPr>
          <p:sp>
            <p:nvSpPr>
              <p:cNvPr id="103" name="Line 24">
                <a:extLst>
                  <a:ext uri="{FF2B5EF4-FFF2-40B4-BE49-F238E27FC236}">
                    <a16:creationId xmlns:a16="http://schemas.microsoft.com/office/drawing/2014/main" id="{7D035CBE-7BB0-4326-8C3F-3B6A26089E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7645" y="4179748"/>
                <a:ext cx="33535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25">
                <a:extLst>
                  <a:ext uri="{FF2B5EF4-FFF2-40B4-BE49-F238E27FC236}">
                    <a16:creationId xmlns:a16="http://schemas.microsoft.com/office/drawing/2014/main" id="{7CB1D080-5F30-4FE6-8029-89B444F3E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3002" y="4404285"/>
                <a:ext cx="33535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26">
                <a:extLst>
                  <a:ext uri="{FF2B5EF4-FFF2-40B4-BE49-F238E27FC236}">
                    <a16:creationId xmlns:a16="http://schemas.microsoft.com/office/drawing/2014/main" id="{7ECF72B9-3BC5-498B-8DFE-520B6D3B90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361" y="4179740"/>
                <a:ext cx="33535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27">
                <a:extLst>
                  <a:ext uri="{FF2B5EF4-FFF2-40B4-BE49-F238E27FC236}">
                    <a16:creationId xmlns:a16="http://schemas.microsoft.com/office/drawing/2014/main" id="{A9190300-D88D-44AE-8F6A-F101D4FE7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720" y="4404285"/>
                <a:ext cx="33535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28">
                <a:extLst>
                  <a:ext uri="{FF2B5EF4-FFF2-40B4-BE49-F238E27FC236}">
                    <a16:creationId xmlns:a16="http://schemas.microsoft.com/office/drawing/2014/main" id="{B63A7E3C-A244-475E-91FD-13EC13869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9079" y="4179740"/>
                <a:ext cx="33535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29">
                <a:extLst>
                  <a:ext uri="{FF2B5EF4-FFF2-40B4-BE49-F238E27FC236}">
                    <a16:creationId xmlns:a16="http://schemas.microsoft.com/office/drawing/2014/main" id="{22B028C2-0DCB-499A-BEE1-72C8DF9D0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436" y="4404296"/>
                <a:ext cx="33535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42">
                <a:extLst>
                  <a:ext uri="{FF2B5EF4-FFF2-40B4-BE49-F238E27FC236}">
                    <a16:creationId xmlns:a16="http://schemas.microsoft.com/office/drawing/2014/main" id="{F2D18539-2290-436C-8320-66242C70E5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3002" y="4179740"/>
                <a:ext cx="0" cy="2245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43">
                <a:extLst>
                  <a:ext uri="{FF2B5EF4-FFF2-40B4-BE49-F238E27FC236}">
                    <a16:creationId xmlns:a16="http://schemas.microsoft.com/office/drawing/2014/main" id="{6906D717-DF84-4B32-B225-18761984BA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361" y="4179740"/>
                <a:ext cx="0" cy="2245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44">
                <a:extLst>
                  <a:ext uri="{FF2B5EF4-FFF2-40B4-BE49-F238E27FC236}">
                    <a16:creationId xmlns:a16="http://schemas.microsoft.com/office/drawing/2014/main" id="{5E44C784-6212-4D38-828C-13053E23E8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720" y="4179740"/>
                <a:ext cx="0" cy="2245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45">
                <a:extLst>
                  <a:ext uri="{FF2B5EF4-FFF2-40B4-BE49-F238E27FC236}">
                    <a16:creationId xmlns:a16="http://schemas.microsoft.com/office/drawing/2014/main" id="{3596E488-65EA-410E-B181-02501278A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19079" y="4179740"/>
                <a:ext cx="0" cy="2245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46">
                <a:extLst>
                  <a:ext uri="{FF2B5EF4-FFF2-40B4-BE49-F238E27FC236}">
                    <a16:creationId xmlns:a16="http://schemas.microsoft.com/office/drawing/2014/main" id="{FD492895-02C0-434E-9BBC-CBB36D1E0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436" y="4179746"/>
                <a:ext cx="0" cy="2245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25">
                <a:extLst>
                  <a:ext uri="{FF2B5EF4-FFF2-40B4-BE49-F238E27FC236}">
                    <a16:creationId xmlns:a16="http://schemas.microsoft.com/office/drawing/2014/main" id="{0796895B-D7D7-45BA-90C1-2137825C7E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7263" y="4404272"/>
                <a:ext cx="32038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Line 43">
                <a:extLst>
                  <a:ext uri="{FF2B5EF4-FFF2-40B4-BE49-F238E27FC236}">
                    <a16:creationId xmlns:a16="http://schemas.microsoft.com/office/drawing/2014/main" id="{B4473DF3-12D1-45F9-A3CA-BB60C247DC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0704" y="4179735"/>
                <a:ext cx="0" cy="2245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5" name="Line 66">
              <a:extLst>
                <a:ext uri="{FF2B5EF4-FFF2-40B4-BE49-F238E27FC236}">
                  <a16:creationId xmlns:a16="http://schemas.microsoft.com/office/drawing/2014/main" id="{AA7DFCCA-4B82-41E3-88D8-07DC08C243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44165" y="4732506"/>
              <a:ext cx="18456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42">
              <a:extLst>
                <a:ext uri="{FF2B5EF4-FFF2-40B4-BE49-F238E27FC236}">
                  <a16:creationId xmlns:a16="http://schemas.microsoft.com/office/drawing/2014/main" id="{A86A20D8-E8AD-453B-9796-DA5B38CC4F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4164" y="4530115"/>
              <a:ext cx="0" cy="2040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64">
              <a:extLst>
                <a:ext uri="{FF2B5EF4-FFF2-40B4-BE49-F238E27FC236}">
                  <a16:creationId xmlns:a16="http://schemas.microsoft.com/office/drawing/2014/main" id="{6665136E-1A01-41FB-812E-D7C099925D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39651" y="5205465"/>
              <a:ext cx="23501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66">
              <a:extLst>
                <a:ext uri="{FF2B5EF4-FFF2-40B4-BE49-F238E27FC236}">
                  <a16:creationId xmlns:a16="http://schemas.microsoft.com/office/drawing/2014/main" id="{A16D0B6B-8E99-4C18-889B-A595A434A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39652" y="5431740"/>
              <a:ext cx="23501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42">
              <a:extLst>
                <a:ext uri="{FF2B5EF4-FFF2-40B4-BE49-F238E27FC236}">
                  <a16:creationId xmlns:a16="http://schemas.microsoft.com/office/drawing/2014/main" id="{C0BB1A20-33B3-4B36-9C0E-2BC2F0C73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800" y="5209407"/>
              <a:ext cx="0" cy="227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66">
              <a:extLst>
                <a:ext uri="{FF2B5EF4-FFF2-40B4-BE49-F238E27FC236}">
                  <a16:creationId xmlns:a16="http://schemas.microsoft.com/office/drawing/2014/main" id="{A51D4B78-802E-4538-8251-394AAC1041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5637" y="5067984"/>
              <a:ext cx="6780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42">
              <a:extLst>
                <a:ext uri="{FF2B5EF4-FFF2-40B4-BE49-F238E27FC236}">
                  <a16:creationId xmlns:a16="http://schemas.microsoft.com/office/drawing/2014/main" id="{E3F38E15-EAFE-4D21-BD24-FBDF6B0F3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728" y="4852561"/>
              <a:ext cx="0" cy="2145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64">
              <a:extLst>
                <a:ext uri="{FF2B5EF4-FFF2-40B4-BE49-F238E27FC236}">
                  <a16:creationId xmlns:a16="http://schemas.microsoft.com/office/drawing/2014/main" id="{43784155-8D21-410D-8FAB-1B00287A16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3728" y="4848754"/>
              <a:ext cx="6409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42">
              <a:extLst>
                <a:ext uri="{FF2B5EF4-FFF2-40B4-BE49-F238E27FC236}">
                  <a16:creationId xmlns:a16="http://schemas.microsoft.com/office/drawing/2014/main" id="{6BD2E8B7-1517-403B-A20D-73C6150C2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4724" y="4844588"/>
              <a:ext cx="0" cy="2271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64">
              <a:extLst>
                <a:ext uri="{FF2B5EF4-FFF2-40B4-BE49-F238E27FC236}">
                  <a16:creationId xmlns:a16="http://schemas.microsoft.com/office/drawing/2014/main" id="{DE540F16-5685-40F5-88A1-0CAB892A1C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4724" y="5065865"/>
              <a:ext cx="10250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文本框 79">
              <a:extLst>
                <a:ext uri="{FF2B5EF4-FFF2-40B4-BE49-F238E27FC236}">
                  <a16:creationId xmlns:a16="http://schemas.microsoft.com/office/drawing/2014/main" id="{0F8B2853-0D1A-4C04-AE74-5E5558792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9662" y="5126011"/>
              <a:ext cx="312906" cy="289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</a:rPr>
                <a:t>a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6" name="文本框 80">
              <a:extLst>
                <a:ext uri="{FF2B5EF4-FFF2-40B4-BE49-F238E27FC236}">
                  <a16:creationId xmlns:a16="http://schemas.microsoft.com/office/drawing/2014/main" id="{06A4147E-BEC3-4AD5-A0C7-36F17FD2F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0200" y="5132970"/>
              <a:ext cx="312906" cy="289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b</a:t>
              </a: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97" name="Line 64">
              <a:extLst>
                <a:ext uri="{FF2B5EF4-FFF2-40B4-BE49-F238E27FC236}">
                  <a16:creationId xmlns:a16="http://schemas.microsoft.com/office/drawing/2014/main" id="{297CEB67-5A1C-4897-B203-DD5F081F05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2798" y="5559137"/>
              <a:ext cx="23469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66">
              <a:extLst>
                <a:ext uri="{FF2B5EF4-FFF2-40B4-BE49-F238E27FC236}">
                  <a16:creationId xmlns:a16="http://schemas.microsoft.com/office/drawing/2014/main" id="{6CC39F72-51A7-4A7D-B462-3D4B7DEAC9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2798" y="5785412"/>
              <a:ext cx="23469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42">
              <a:extLst>
                <a:ext uri="{FF2B5EF4-FFF2-40B4-BE49-F238E27FC236}">
                  <a16:creationId xmlns:a16="http://schemas.microsoft.com/office/drawing/2014/main" id="{F65FEDE7-4732-41C7-BAB6-F8C60B0464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6655" y="5557317"/>
              <a:ext cx="0" cy="2271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文本框 84">
              <a:extLst>
                <a:ext uri="{FF2B5EF4-FFF2-40B4-BE49-F238E27FC236}">
                  <a16:creationId xmlns:a16="http://schemas.microsoft.com/office/drawing/2014/main" id="{FA035632-6B52-4053-97EA-2C1321218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3783" y="5502302"/>
              <a:ext cx="193079" cy="319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</a:rPr>
                <a:t>x</a:t>
              </a:r>
              <a:endParaRPr lang="zh-CN" alt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101" name="文本框 85">
              <a:extLst>
                <a:ext uri="{FF2B5EF4-FFF2-40B4-BE49-F238E27FC236}">
                  <a16:creationId xmlns:a16="http://schemas.microsoft.com/office/drawing/2014/main" id="{224E85D0-5319-4A76-B7C2-B30BA1A09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821" y="5476251"/>
              <a:ext cx="312906" cy="289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</a:rPr>
                <a:t>a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102" name="Line 66">
              <a:extLst>
                <a:ext uri="{FF2B5EF4-FFF2-40B4-BE49-F238E27FC236}">
                  <a16:creationId xmlns:a16="http://schemas.microsoft.com/office/drawing/2014/main" id="{0FC51EF9-9945-40BA-8032-5550CCB4C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5637" y="4530115"/>
              <a:ext cx="49852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9C095196-4D23-40F1-A56C-D5B1E82B716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778572" y="4256114"/>
              <a:ext cx="0" cy="1528387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84">
              <a:extLst>
                <a:ext uri="{FF2B5EF4-FFF2-40B4-BE49-F238E27FC236}">
                  <a16:creationId xmlns:a16="http://schemas.microsoft.com/office/drawing/2014/main" id="{397BB734-7B59-426C-8590-1FC07B33C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070" y="5511313"/>
              <a:ext cx="2984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</a:rPr>
                <a:t>0</a:t>
              </a:r>
              <a:endParaRPr lang="zh-CN" alt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65" name="Line 42">
              <a:extLst>
                <a:ext uri="{FF2B5EF4-FFF2-40B4-BE49-F238E27FC236}">
                  <a16:creationId xmlns:a16="http://schemas.microsoft.com/office/drawing/2014/main" id="{B4797265-C4C0-451F-AB25-4C9E23CE9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7645" y="5557318"/>
              <a:ext cx="0" cy="2271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D238DFF-8EEB-44E1-8DBA-33F6DF901FD8}"/>
              </a:ext>
            </a:extLst>
          </p:cNvPr>
          <p:cNvCxnSpPr/>
          <p:nvPr/>
        </p:nvCxnSpPr>
        <p:spPr bwMode="auto">
          <a:xfrm>
            <a:off x="5760132" y="1883969"/>
            <a:ext cx="0" cy="148103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B532B4D-B102-4DEF-88F2-35259B31A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示例：测试</a:t>
            </a:r>
            <a:r>
              <a:rPr lang="zh-CN" altLang="en-US" b="1" dirty="0">
                <a:ea typeface="宋体" panose="02010600030101010101" pitchFamily="2" charset="-122"/>
              </a:rPr>
              <a:t>加法器</a:t>
            </a:r>
          </a:p>
        </p:txBody>
      </p:sp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08FEEAF6-3FAF-4CC8-867E-691AC92C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6A292D-EE0C-4EC1-8099-958F49C1D86E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页脚占位符 1">
            <a:extLst>
              <a:ext uri="{FF2B5EF4-FFF2-40B4-BE49-F238E27FC236}">
                <a16:creationId xmlns:a16="http://schemas.microsoft.com/office/drawing/2014/main" id="{1C181170-66E0-4CA5-B91D-1192E51BB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数字逻辑设计进阶实验</a:t>
            </a:r>
          </a:p>
        </p:txBody>
      </p:sp>
      <p:sp>
        <p:nvSpPr>
          <p:cNvPr id="96" name="日期占位符 3">
            <a:extLst>
              <a:ext uri="{FF2B5EF4-FFF2-40B4-BE49-F238E27FC236}">
                <a16:creationId xmlns:a16="http://schemas.microsoft.com/office/drawing/2014/main" id="{3946BCBE-ECDE-4154-9753-65627064314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29E1AD-1D79-4E5F-827B-AF978A182FE6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2025/10/27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D7C18A0D-3BBA-44AA-BA90-9080744C7EFE}"/>
              </a:ext>
            </a:extLst>
          </p:cNvPr>
          <p:cNvGrpSpPr/>
          <p:nvPr/>
        </p:nvGrpSpPr>
        <p:grpSpPr>
          <a:xfrm>
            <a:off x="3629474" y="2565078"/>
            <a:ext cx="2134963" cy="908117"/>
            <a:chOff x="531408" y="2066678"/>
            <a:chExt cx="2811768" cy="864068"/>
          </a:xfrm>
        </p:grpSpPr>
        <p:sp>
          <p:nvSpPr>
            <p:cNvPr id="81" name="文本框 51">
              <a:extLst>
                <a:ext uri="{FF2B5EF4-FFF2-40B4-BE49-F238E27FC236}">
                  <a16:creationId xmlns:a16="http://schemas.microsoft.com/office/drawing/2014/main" id="{46B6E69D-9325-447B-B647-D53AF346A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594" y="2066678"/>
              <a:ext cx="1206282" cy="8640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ADD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32">
              <a:extLst>
                <a:ext uri="{FF2B5EF4-FFF2-40B4-BE49-F238E27FC236}">
                  <a16:creationId xmlns:a16="http://schemas.microsoft.com/office/drawing/2014/main" id="{C49C6AE2-B686-487B-A8B0-8BFFE8B99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4" y="2098107"/>
              <a:ext cx="126695" cy="250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225D1773-C467-4324-9808-D663BD2B09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1408" y="2247977"/>
              <a:ext cx="90518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32">
              <a:extLst>
                <a:ext uri="{FF2B5EF4-FFF2-40B4-BE49-F238E27FC236}">
                  <a16:creationId xmlns:a16="http://schemas.microsoft.com/office/drawing/2014/main" id="{B7DDA5DF-2F8C-414D-AC3C-83DC55454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4" y="2598085"/>
              <a:ext cx="205209" cy="250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ci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DE28D81D-82F5-4DE8-960B-E59AFF0F259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23194" y="2752946"/>
              <a:ext cx="31339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32">
              <a:extLst>
                <a:ext uri="{FF2B5EF4-FFF2-40B4-BE49-F238E27FC236}">
                  <a16:creationId xmlns:a16="http://schemas.microsoft.com/office/drawing/2014/main" id="{DA64F0C4-7E09-4F04-9826-8E0733D1A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748" y="2128919"/>
              <a:ext cx="110634" cy="250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B60908E7-0FEC-4B79-BBC9-6AF46D7BE9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42877" y="2285102"/>
              <a:ext cx="70029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32">
              <a:extLst>
                <a:ext uri="{FF2B5EF4-FFF2-40B4-BE49-F238E27FC236}">
                  <a16:creationId xmlns:a16="http://schemas.microsoft.com/office/drawing/2014/main" id="{272679EF-2375-4D35-AC19-68A5BB750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9221" y="2578062"/>
              <a:ext cx="269448" cy="250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co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B7FF9F1E-8023-424A-9F9B-4DD8B712DCE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47724" y="2716522"/>
              <a:ext cx="32078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652F79B1-10DE-440D-B2F9-964C92A70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5976" y="2342332"/>
              <a:ext cx="142753" cy="250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3092AE5-EED7-4031-BD96-9A117CDE959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26164" y="2497194"/>
              <a:ext cx="59406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3595C2C-576E-42A5-90F0-E7B16EC1BDFB}"/>
              </a:ext>
            </a:extLst>
          </p:cNvPr>
          <p:cNvGrpSpPr/>
          <p:nvPr/>
        </p:nvGrpSpPr>
        <p:grpSpPr>
          <a:xfrm>
            <a:off x="2590800" y="2227329"/>
            <a:ext cx="1040599" cy="1035962"/>
            <a:chOff x="980014" y="2066677"/>
            <a:chExt cx="1370480" cy="1091847"/>
          </a:xfrm>
        </p:grpSpPr>
        <p:sp>
          <p:nvSpPr>
            <p:cNvPr id="22" name="文本框 51">
              <a:extLst>
                <a:ext uri="{FF2B5EF4-FFF2-40B4-BE49-F238E27FC236}">
                  <a16:creationId xmlns:a16="http://schemas.microsoft.com/office/drawing/2014/main" id="{D0DEB9D1-05EF-4E3F-ABEB-977471889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594" y="2066677"/>
              <a:ext cx="913900" cy="1091847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3600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REG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32">
              <a:extLst>
                <a:ext uri="{FF2B5EF4-FFF2-40B4-BE49-F238E27FC236}">
                  <a16:creationId xmlns:a16="http://schemas.microsoft.com/office/drawing/2014/main" id="{A19D849F-8B8F-48EC-B794-7AFEC3DA9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5" y="2077556"/>
              <a:ext cx="152004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8CDA4EC-B12D-4EFD-AF70-2E8D38053FB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88280" y="2242812"/>
              <a:ext cx="4434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32">
              <a:extLst>
                <a:ext uri="{FF2B5EF4-FFF2-40B4-BE49-F238E27FC236}">
                  <a16:creationId xmlns:a16="http://schemas.microsoft.com/office/drawing/2014/main" id="{D30CF287-BDB2-49AA-AA54-53EF1A6B6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5" y="2577534"/>
              <a:ext cx="304008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rst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EB13635-7675-4A69-9E13-FE951D002F0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6382" y="2752946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2">
              <a:extLst>
                <a:ext uri="{FF2B5EF4-FFF2-40B4-BE49-F238E27FC236}">
                  <a16:creationId xmlns:a16="http://schemas.microsoft.com/office/drawing/2014/main" id="{B8895DFA-E03C-4017-ACBA-ADFD9173A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053" y="2321781"/>
              <a:ext cx="287119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7680638-3330-4B3C-838A-5A54949FB0F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80014" y="2497194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668546-6407-484F-B76F-FCEC3D4C5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778" y="2826541"/>
              <a:ext cx="371567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clk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6140FD8-3CAD-427A-9DCE-D8751D21868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0816" y="3001952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2">
              <a:extLst>
                <a:ext uri="{FF2B5EF4-FFF2-40B4-BE49-F238E27FC236}">
                  <a16:creationId xmlns:a16="http://schemas.microsoft.com/office/drawing/2014/main" id="{D634F8BF-4EB9-4757-9920-A9EDB843D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6506" y="2446899"/>
              <a:ext cx="152004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207A262-5B4E-4F63-A853-4A08572CB8AA}"/>
              </a:ext>
            </a:extLst>
          </p:cNvPr>
          <p:cNvGrpSpPr/>
          <p:nvPr/>
        </p:nvGrpSpPr>
        <p:grpSpPr>
          <a:xfrm>
            <a:off x="2588874" y="3379673"/>
            <a:ext cx="1264407" cy="1035962"/>
            <a:chOff x="980014" y="2066677"/>
            <a:chExt cx="1665236" cy="1091847"/>
          </a:xfrm>
        </p:grpSpPr>
        <p:sp>
          <p:nvSpPr>
            <p:cNvPr id="51" name="文本框 51">
              <a:extLst>
                <a:ext uri="{FF2B5EF4-FFF2-40B4-BE49-F238E27FC236}">
                  <a16:creationId xmlns:a16="http://schemas.microsoft.com/office/drawing/2014/main" id="{C0F36E7A-58A7-45F3-B5BE-BD0A121E57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594" y="2066677"/>
              <a:ext cx="913900" cy="1091847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3600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REG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32">
              <a:extLst>
                <a:ext uri="{FF2B5EF4-FFF2-40B4-BE49-F238E27FC236}">
                  <a16:creationId xmlns:a16="http://schemas.microsoft.com/office/drawing/2014/main" id="{9F7015CB-1316-48F9-8227-64D04CE08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4" y="2077556"/>
              <a:ext cx="152004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E1862892-444C-47C3-B236-B387640ADD1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6382" y="2242812"/>
              <a:ext cx="43536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32">
              <a:extLst>
                <a:ext uri="{FF2B5EF4-FFF2-40B4-BE49-F238E27FC236}">
                  <a16:creationId xmlns:a16="http://schemas.microsoft.com/office/drawing/2014/main" id="{602F8BEB-3EF6-4526-A2B9-48EF0EF28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4" y="2577534"/>
              <a:ext cx="304008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rst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C1D97444-4CBB-4383-9516-C7F565D10A9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6382" y="2752946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32">
              <a:extLst>
                <a:ext uri="{FF2B5EF4-FFF2-40B4-BE49-F238E27FC236}">
                  <a16:creationId xmlns:a16="http://schemas.microsoft.com/office/drawing/2014/main" id="{7E5298B7-583B-4FC7-9987-5B57FFE22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053" y="2321781"/>
              <a:ext cx="287119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0A4DA524-89AF-4704-B4A2-1EFB2D32280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80014" y="2497194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32">
              <a:extLst>
                <a:ext uri="{FF2B5EF4-FFF2-40B4-BE49-F238E27FC236}">
                  <a16:creationId xmlns:a16="http://schemas.microsoft.com/office/drawing/2014/main" id="{09FE0C4A-E498-427E-B660-3D3CD1DCC9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778" y="2826541"/>
              <a:ext cx="371567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clk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4934DB1A-B685-4518-B097-B4497F1189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0816" y="3001952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32">
              <a:extLst>
                <a:ext uri="{FF2B5EF4-FFF2-40B4-BE49-F238E27FC236}">
                  <a16:creationId xmlns:a16="http://schemas.microsoft.com/office/drawing/2014/main" id="{501D0D25-E864-4B46-B69C-1CA8C54B8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6506" y="2446899"/>
              <a:ext cx="152004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625142EC-40C8-4C42-849B-FFA2E458C58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8632" y="2619313"/>
              <a:ext cx="30661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E7732B1A-6634-4F61-AFCC-17BCA81EB81F}"/>
              </a:ext>
            </a:extLst>
          </p:cNvPr>
          <p:cNvGrpSpPr/>
          <p:nvPr/>
        </p:nvGrpSpPr>
        <p:grpSpPr>
          <a:xfrm>
            <a:off x="2588874" y="4538978"/>
            <a:ext cx="1489941" cy="1035962"/>
            <a:chOff x="980014" y="2066677"/>
            <a:chExt cx="1962266" cy="1091847"/>
          </a:xfrm>
        </p:grpSpPr>
        <p:sp>
          <p:nvSpPr>
            <p:cNvPr id="77" name="文本框 51">
              <a:extLst>
                <a:ext uri="{FF2B5EF4-FFF2-40B4-BE49-F238E27FC236}">
                  <a16:creationId xmlns:a16="http://schemas.microsoft.com/office/drawing/2014/main" id="{2D210D86-A9EB-4B0D-A18E-07E07BCA1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594" y="2066677"/>
              <a:ext cx="913900" cy="1091847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3600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REG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TextBox 32">
              <a:extLst>
                <a:ext uri="{FF2B5EF4-FFF2-40B4-BE49-F238E27FC236}">
                  <a16:creationId xmlns:a16="http://schemas.microsoft.com/office/drawing/2014/main" id="{AA4F57B3-FDC6-4446-B5B6-89384DCE4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4" y="2077556"/>
              <a:ext cx="152004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F6DCF182-2671-4B56-8164-793AF720AB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6382" y="2242812"/>
              <a:ext cx="4353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32">
              <a:extLst>
                <a:ext uri="{FF2B5EF4-FFF2-40B4-BE49-F238E27FC236}">
                  <a16:creationId xmlns:a16="http://schemas.microsoft.com/office/drawing/2014/main" id="{FF165120-69FC-4B41-AC84-D925BC6FB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4" y="2577534"/>
              <a:ext cx="304008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rst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3A73A245-26DF-4E41-B069-05B951DF96A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6382" y="2752946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32">
              <a:extLst>
                <a:ext uri="{FF2B5EF4-FFF2-40B4-BE49-F238E27FC236}">
                  <a16:creationId xmlns:a16="http://schemas.microsoft.com/office/drawing/2014/main" id="{8F756854-D339-4C45-816D-FA67A73F9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053" y="2321781"/>
              <a:ext cx="287119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3597688C-3097-4CDD-9E1F-92E789A6BB4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80014" y="2497194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32">
              <a:extLst>
                <a:ext uri="{FF2B5EF4-FFF2-40B4-BE49-F238E27FC236}">
                  <a16:creationId xmlns:a16="http://schemas.microsoft.com/office/drawing/2014/main" id="{FFD8A4A0-E7FC-4473-A5E3-85518CBDC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778" y="2826541"/>
              <a:ext cx="371566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clk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CB71AA01-58D1-4EE1-9047-152B7465F8F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0816" y="3001952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32">
              <a:extLst>
                <a:ext uri="{FF2B5EF4-FFF2-40B4-BE49-F238E27FC236}">
                  <a16:creationId xmlns:a16="http://schemas.microsoft.com/office/drawing/2014/main" id="{E894C6FD-92E5-4851-8CFE-EF8D07CBF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6506" y="2446899"/>
              <a:ext cx="152004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B1D859E3-EF1F-475D-AFAD-10AF2AC45E0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8632" y="2619313"/>
              <a:ext cx="60364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5E7C45D1-1FB6-4248-973A-32A18DD0DB42}"/>
              </a:ext>
            </a:extLst>
          </p:cNvPr>
          <p:cNvGrpSpPr/>
          <p:nvPr/>
        </p:nvGrpSpPr>
        <p:grpSpPr>
          <a:xfrm>
            <a:off x="5721169" y="2627517"/>
            <a:ext cx="1385451" cy="1035962"/>
            <a:chOff x="990816" y="2066677"/>
            <a:chExt cx="1824653" cy="1091847"/>
          </a:xfrm>
        </p:grpSpPr>
        <p:sp>
          <p:nvSpPr>
            <p:cNvPr id="102" name="文本框 51">
              <a:extLst>
                <a:ext uri="{FF2B5EF4-FFF2-40B4-BE49-F238E27FC236}">
                  <a16:creationId xmlns:a16="http://schemas.microsoft.com/office/drawing/2014/main" id="{88DF1DEE-E119-4C06-957E-51B70019C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594" y="2066677"/>
              <a:ext cx="913900" cy="1091847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3600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REG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3" name="TextBox 32">
              <a:extLst>
                <a:ext uri="{FF2B5EF4-FFF2-40B4-BE49-F238E27FC236}">
                  <a16:creationId xmlns:a16="http://schemas.microsoft.com/office/drawing/2014/main" id="{861423D3-18E1-41FB-9295-BFB36ADD1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4" y="2077556"/>
              <a:ext cx="152004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7A65F16-8C76-46B6-AC93-DBFF9F7ECB8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6382" y="2242812"/>
              <a:ext cx="43536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32">
              <a:extLst>
                <a:ext uri="{FF2B5EF4-FFF2-40B4-BE49-F238E27FC236}">
                  <a16:creationId xmlns:a16="http://schemas.microsoft.com/office/drawing/2014/main" id="{BDD59A4C-E0C4-4AD4-BDD6-E771683AF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4" y="2577534"/>
              <a:ext cx="304008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rst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8B2A95F1-0739-432E-8530-405039E3C8F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47799" y="2752946"/>
              <a:ext cx="38879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32">
              <a:extLst>
                <a:ext uri="{FF2B5EF4-FFF2-40B4-BE49-F238E27FC236}">
                  <a16:creationId xmlns:a16="http://schemas.microsoft.com/office/drawing/2014/main" id="{57536085-8C77-4652-9011-91EE45887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054" y="2321781"/>
              <a:ext cx="287119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A96EFC8A-B758-4C99-9EBA-B2E0D9CCD37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47800" y="2497194"/>
              <a:ext cx="37242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32">
              <a:extLst>
                <a:ext uri="{FF2B5EF4-FFF2-40B4-BE49-F238E27FC236}">
                  <a16:creationId xmlns:a16="http://schemas.microsoft.com/office/drawing/2014/main" id="{88B7C130-0831-416D-B98F-191625054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779" y="2826541"/>
              <a:ext cx="371567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clk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ED313D7F-4152-449E-B395-EFE2A620E7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0816" y="3001952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32">
              <a:extLst>
                <a:ext uri="{FF2B5EF4-FFF2-40B4-BE49-F238E27FC236}">
                  <a16:creationId xmlns:a16="http://schemas.microsoft.com/office/drawing/2014/main" id="{E70B19D2-FB32-49B0-9E48-2BE09B8C5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6507" y="2446899"/>
              <a:ext cx="152004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1E18A4C0-D669-45D3-A8C6-71CD3624EFE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8633" y="2619313"/>
              <a:ext cx="4768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8A047B37-03BA-458F-8858-742B4224227F}"/>
              </a:ext>
            </a:extLst>
          </p:cNvPr>
          <p:cNvGrpSpPr/>
          <p:nvPr/>
        </p:nvGrpSpPr>
        <p:grpSpPr>
          <a:xfrm>
            <a:off x="5479951" y="4243262"/>
            <a:ext cx="1619626" cy="1035962"/>
            <a:chOff x="682406" y="2066677"/>
            <a:chExt cx="2133063" cy="1091847"/>
          </a:xfrm>
        </p:grpSpPr>
        <p:sp>
          <p:nvSpPr>
            <p:cNvPr id="114" name="文本框 51">
              <a:extLst>
                <a:ext uri="{FF2B5EF4-FFF2-40B4-BE49-F238E27FC236}">
                  <a16:creationId xmlns:a16="http://schemas.microsoft.com/office/drawing/2014/main" id="{BD58B277-AC4A-4722-8AF5-18C4534636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594" y="2066677"/>
              <a:ext cx="913900" cy="1091847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3600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REG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32">
              <a:extLst>
                <a:ext uri="{FF2B5EF4-FFF2-40B4-BE49-F238E27FC236}">
                  <a16:creationId xmlns:a16="http://schemas.microsoft.com/office/drawing/2014/main" id="{7BABC77C-6984-48D5-8BB4-75C4D8878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3" y="2077556"/>
              <a:ext cx="152004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AB0FBD8F-72AE-40C1-A810-E8E0C2660E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2406" y="2242812"/>
              <a:ext cx="7493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32">
              <a:extLst>
                <a:ext uri="{FF2B5EF4-FFF2-40B4-BE49-F238E27FC236}">
                  <a16:creationId xmlns:a16="http://schemas.microsoft.com/office/drawing/2014/main" id="{AB3370E7-93C9-4CD6-8265-7399B4C3B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2343" y="2577534"/>
              <a:ext cx="304008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rst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EA4779C6-59CD-4A21-AA26-8D98C39CD48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57076" y="2752946"/>
              <a:ext cx="3795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32">
              <a:extLst>
                <a:ext uri="{FF2B5EF4-FFF2-40B4-BE49-F238E27FC236}">
                  <a16:creationId xmlns:a16="http://schemas.microsoft.com/office/drawing/2014/main" id="{BBD576BF-686D-4BCF-AC7C-354D29CE9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053" y="2321781"/>
              <a:ext cx="287119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E2C781E6-D857-4A18-A524-156E28C64BD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57076" y="2497194"/>
              <a:ext cx="3631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32">
              <a:extLst>
                <a:ext uri="{FF2B5EF4-FFF2-40B4-BE49-F238E27FC236}">
                  <a16:creationId xmlns:a16="http://schemas.microsoft.com/office/drawing/2014/main" id="{83D28E15-AD8D-4A41-82A4-1F231A8A79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778" y="2826541"/>
              <a:ext cx="371567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clk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D8C28246-5765-41C3-A791-41E93CDEB16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0816" y="3001952"/>
              <a:ext cx="440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32">
              <a:extLst>
                <a:ext uri="{FF2B5EF4-FFF2-40B4-BE49-F238E27FC236}">
                  <a16:creationId xmlns:a16="http://schemas.microsoft.com/office/drawing/2014/main" id="{73CBD6E5-FB33-4783-86E1-984A6269C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6506" y="2446899"/>
              <a:ext cx="152004" cy="29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D8207050-E613-4EF0-887B-1B9427C66BF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8633" y="2619313"/>
              <a:ext cx="47683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D146C28E-7AAF-422A-BBB9-5616347B0547}"/>
              </a:ext>
            </a:extLst>
          </p:cNvPr>
          <p:cNvCxnSpPr>
            <a:cxnSpLocks/>
          </p:cNvCxnSpPr>
          <p:nvPr/>
        </p:nvCxnSpPr>
        <p:spPr bwMode="auto">
          <a:xfrm>
            <a:off x="3853281" y="3017541"/>
            <a:ext cx="0" cy="886482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9F83BDDF-339D-42DA-A3B1-333A1D26739D}"/>
              </a:ext>
            </a:extLst>
          </p:cNvPr>
          <p:cNvCxnSpPr>
            <a:cxnSpLocks/>
          </p:cNvCxnSpPr>
          <p:nvPr/>
        </p:nvCxnSpPr>
        <p:spPr bwMode="auto">
          <a:xfrm>
            <a:off x="4080885" y="3285843"/>
            <a:ext cx="0" cy="1777486"/>
          </a:xfrm>
          <a:prstGeom prst="line">
            <a:avLst/>
          </a:prstGeom>
          <a:ln w="1905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BAA35050-E5A5-4B6C-8695-5F97A20373CB}"/>
              </a:ext>
            </a:extLst>
          </p:cNvPr>
          <p:cNvCxnSpPr>
            <a:cxnSpLocks/>
          </p:cNvCxnSpPr>
          <p:nvPr/>
        </p:nvCxnSpPr>
        <p:spPr bwMode="auto">
          <a:xfrm>
            <a:off x="5479951" y="3245777"/>
            <a:ext cx="0" cy="1169858"/>
          </a:xfrm>
          <a:prstGeom prst="line">
            <a:avLst/>
          </a:prstGeom>
          <a:ln w="1905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32">
            <a:extLst>
              <a:ext uri="{FF2B5EF4-FFF2-40B4-BE49-F238E27FC236}">
                <a16:creationId xmlns:a16="http://schemas.microsoft.com/office/drawing/2014/main" id="{E00EA693-2F3B-4C0F-9EF6-DDF4005E2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369" y="2223560"/>
            <a:ext cx="102843" cy="26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" name="TextBox 32">
            <a:extLst>
              <a:ext uri="{FF2B5EF4-FFF2-40B4-BE49-F238E27FC236}">
                <a16:creationId xmlns:a16="http://schemas.microsoft.com/office/drawing/2014/main" id="{66D8F3E3-5484-4C97-9547-B24326B0D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847" y="3370946"/>
            <a:ext cx="115878" cy="26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" name="TextBox 32">
            <a:extLst>
              <a:ext uri="{FF2B5EF4-FFF2-40B4-BE49-F238E27FC236}">
                <a16:creationId xmlns:a16="http://schemas.microsoft.com/office/drawing/2014/main" id="{F41CCF4B-F63A-4D86-816A-A18D1B6E8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5533" y="4527418"/>
            <a:ext cx="166576" cy="26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2" name="TextBox 32">
            <a:extLst>
              <a:ext uri="{FF2B5EF4-FFF2-40B4-BE49-F238E27FC236}">
                <a16:creationId xmlns:a16="http://schemas.microsoft.com/office/drawing/2014/main" id="{32177135-65EC-4460-A15F-AE7325B9B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876" y="4610708"/>
            <a:ext cx="218721" cy="26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TextBox 32">
            <a:extLst>
              <a:ext uri="{FF2B5EF4-FFF2-40B4-BE49-F238E27FC236}">
                <a16:creationId xmlns:a16="http://schemas.microsoft.com/office/drawing/2014/main" id="{F8B39ADE-2126-4D64-9D92-03E8F7A71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7156" y="3002692"/>
            <a:ext cx="89806" cy="26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5" name="TextBox 32">
            <a:extLst>
              <a:ext uri="{FF2B5EF4-FFF2-40B4-BE49-F238E27FC236}">
                <a16:creationId xmlns:a16="http://schemas.microsoft.com/office/drawing/2014/main" id="{3FC58459-CB24-4E85-A8D0-6B60AFF04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580" y="2253039"/>
            <a:ext cx="745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cs typeface="Arial" panose="020B0604020202020204" pitchFamily="34" charset="0"/>
              </a:rPr>
              <a:t>(sw</a:t>
            </a:r>
            <a:r>
              <a:rPr lang="en-US" altLang="zh-CN" sz="1400" dirty="0">
                <a:cs typeface="Arial" panose="020B0604020202020204" pitchFamily="34" charset="0"/>
              </a:rPr>
              <a:t>15-8</a:t>
            </a:r>
            <a:r>
              <a:rPr lang="en-US" altLang="zh-CN" sz="1600" dirty="0">
                <a:cs typeface="Arial" panose="020B0604020202020204" pitchFamily="34" charset="0"/>
              </a:rPr>
              <a:t>)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46" name="TextBox 32">
            <a:extLst>
              <a:ext uri="{FF2B5EF4-FFF2-40B4-BE49-F238E27FC236}">
                <a16:creationId xmlns:a16="http://schemas.microsoft.com/office/drawing/2014/main" id="{46A9560C-3B65-460E-9E23-E13EED0EF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580" y="3391810"/>
            <a:ext cx="64601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cs typeface="Arial" panose="020B0604020202020204" pitchFamily="34" charset="0"/>
              </a:rPr>
              <a:t>(sw</a:t>
            </a:r>
            <a:r>
              <a:rPr lang="en-US" altLang="zh-CN" sz="1400" dirty="0">
                <a:cs typeface="Arial" panose="020B0604020202020204" pitchFamily="34" charset="0"/>
              </a:rPr>
              <a:t>7-0</a:t>
            </a:r>
            <a:r>
              <a:rPr lang="en-US" altLang="zh-CN" sz="1600" dirty="0">
                <a:cs typeface="Arial" panose="020B0604020202020204" pitchFamily="34" charset="0"/>
              </a:rPr>
              <a:t>)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47" name="TextBox 32">
            <a:extLst>
              <a:ext uri="{FF2B5EF4-FFF2-40B4-BE49-F238E27FC236}">
                <a16:creationId xmlns:a16="http://schemas.microsoft.com/office/drawing/2014/main" id="{922DF9F7-9C82-4FFE-A62D-1E1F95CB1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572" y="4556632"/>
            <a:ext cx="49212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(btnr)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48" name="矩形 63">
            <a:extLst>
              <a:ext uri="{FF2B5EF4-FFF2-40B4-BE49-F238E27FC236}">
                <a16:creationId xmlns:a16="http://schemas.microsoft.com/office/drawing/2014/main" id="{DD5976E1-5AE7-4AC1-A4B7-506F36041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850" y="5244559"/>
            <a:ext cx="13353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600" b="0" dirty="0">
                <a:latin typeface="Arial" panose="020B0604020202020204" pitchFamily="34" charset="0"/>
                <a:cs typeface="Arial" panose="020B0604020202020204" pitchFamily="34" charset="0"/>
              </a:rPr>
              <a:t>(clk</a:t>
            </a:r>
            <a:r>
              <a:rPr lang="en-US" altLang="zh-CN" sz="1400" b="0" dirty="0">
                <a:latin typeface="Arial" panose="020B0604020202020204" pitchFamily="34" charset="0"/>
                <a:cs typeface="Arial" panose="020B0604020202020204" pitchFamily="34" charset="0"/>
              </a:rPr>
              <a:t>100mh</a:t>
            </a:r>
            <a:r>
              <a:rPr lang="en-US" altLang="zh-CN" sz="1600" b="0" dirty="0">
                <a:latin typeface="Arial" panose="020B0604020202020204" pitchFamily="34" charset="0"/>
                <a:cs typeface="Arial" panose="020B0604020202020204" pitchFamily="34" charset="0"/>
              </a:rPr>
              <a:t>z)</a:t>
            </a:r>
            <a:endParaRPr lang="zh-CN" altLang="en-US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矩形 47">
            <a:extLst>
              <a:ext uri="{FF2B5EF4-FFF2-40B4-BE49-F238E27FC236}">
                <a16:creationId xmlns:a16="http://schemas.microsoft.com/office/drawing/2014/main" id="{9850D35A-8F40-45E7-BDE4-E7CE3EB05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7835" y="4986086"/>
            <a:ext cx="9159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r>
              <a:rPr lang="en-US" altLang="zh-CN" sz="1600" b="0">
                <a:latin typeface="Arial" panose="020B0604020202020204" pitchFamily="34" charset="0"/>
                <a:cs typeface="Arial" panose="020B0604020202020204" pitchFamily="34" charset="0"/>
              </a:rPr>
              <a:t>(resetn)</a:t>
            </a:r>
            <a:endParaRPr lang="zh-CN" altLang="en-US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Box 32">
            <a:extLst>
              <a:ext uri="{FF2B5EF4-FFF2-40B4-BE49-F238E27FC236}">
                <a16:creationId xmlns:a16="http://schemas.microsoft.com/office/drawing/2014/main" id="{AC36FB56-C1DC-4F6E-8BB7-8BED00DAC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133" y="4752558"/>
            <a:ext cx="24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矩形 47">
            <a:extLst>
              <a:ext uri="{FF2B5EF4-FFF2-40B4-BE49-F238E27FC236}">
                <a16:creationId xmlns:a16="http://schemas.microsoft.com/office/drawing/2014/main" id="{58D7040A-F70A-476C-AF0A-A01AD6F6A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656" y="4738306"/>
            <a:ext cx="8935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en-US" altLang="zh-CN" sz="1800" b="0"/>
              <a:t>(btnc)</a:t>
            </a:r>
            <a:endParaRPr lang="zh-CN" altLang="en-US" sz="1800" b="0" dirty="0"/>
          </a:p>
        </p:txBody>
      </p:sp>
      <p:sp>
        <p:nvSpPr>
          <p:cNvPr id="154" name="TextBox 32">
            <a:extLst>
              <a:ext uri="{FF2B5EF4-FFF2-40B4-BE49-F238E27FC236}">
                <a16:creationId xmlns:a16="http://schemas.microsoft.com/office/drawing/2014/main" id="{83269AA2-7391-4463-BFF7-D60BEB18A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470" y="3030523"/>
            <a:ext cx="6684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cs typeface="Arial" panose="020B0604020202020204" pitchFamily="34" charset="0"/>
              </a:rPr>
              <a:t>(led</a:t>
            </a:r>
            <a:r>
              <a:rPr lang="en-US" altLang="zh-CN" sz="1400" dirty="0">
                <a:cs typeface="Arial" panose="020B0604020202020204" pitchFamily="34" charset="0"/>
              </a:rPr>
              <a:t>7-0</a:t>
            </a:r>
            <a:r>
              <a:rPr lang="en-US" altLang="zh-CN" sz="1600" dirty="0">
                <a:cs typeface="Arial" panose="020B0604020202020204" pitchFamily="34" charset="0"/>
              </a:rPr>
              <a:t>)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55" name="TextBox 32">
            <a:extLst>
              <a:ext uri="{FF2B5EF4-FFF2-40B4-BE49-F238E27FC236}">
                <a16:creationId xmlns:a16="http://schemas.microsoft.com/office/drawing/2014/main" id="{7914E27B-C94F-4DE6-9078-AFF4441F6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8585" y="4638132"/>
            <a:ext cx="60914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cs typeface="Arial" panose="020B0604020202020204" pitchFamily="34" charset="0"/>
              </a:rPr>
              <a:t>(led</a:t>
            </a:r>
            <a:r>
              <a:rPr lang="en-US" altLang="zh-CN" sz="1400" dirty="0">
                <a:cs typeface="Arial" panose="020B0604020202020204" pitchFamily="34" charset="0"/>
              </a:rPr>
              <a:t>15</a:t>
            </a:r>
            <a:r>
              <a:rPr lang="en-US" altLang="zh-CN" sz="1600" dirty="0">
                <a:cs typeface="Arial" panose="020B0604020202020204" pitchFamily="34" charset="0"/>
              </a:rPr>
              <a:t>)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56" name="TextBox 32">
            <a:extLst>
              <a:ext uri="{FF2B5EF4-FFF2-40B4-BE49-F238E27FC236}">
                <a16:creationId xmlns:a16="http://schemas.microsoft.com/office/drawing/2014/main" id="{11474A5A-9E1A-4B4B-9EC9-D4FFC99C4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156" y="5780293"/>
            <a:ext cx="478336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cs typeface="Arial" panose="020B0604020202020204" pitchFamily="34" charset="0"/>
              </a:rPr>
              <a:t>注：五个</a:t>
            </a:r>
            <a:r>
              <a:rPr lang="zh-CN" altLang="en-US" sz="1800" dirty="0">
                <a:cs typeface="Arial" panose="020B0604020202020204" pitchFamily="34" charset="0"/>
              </a:rPr>
              <a:t>寄存器的</a:t>
            </a:r>
            <a:r>
              <a:rPr lang="en-US" altLang="zh-CN" sz="1800" dirty="0" err="1">
                <a:cs typeface="Arial" panose="020B0604020202020204" pitchFamily="34" charset="0"/>
              </a:rPr>
              <a:t>clk</a:t>
            </a:r>
            <a:r>
              <a:rPr lang="zh-CN" altLang="en-US" sz="1800" dirty="0">
                <a:cs typeface="Arial" panose="020B0604020202020204" pitchFamily="34" charset="0"/>
              </a:rPr>
              <a:t>连在一起，</a:t>
            </a:r>
            <a:r>
              <a:rPr lang="en-US" altLang="zh-CN" sz="1800" dirty="0" err="1">
                <a:cs typeface="Arial" panose="020B0604020202020204" pitchFamily="34" charset="0"/>
              </a:rPr>
              <a:t>en</a:t>
            </a:r>
            <a:r>
              <a:rPr lang="zh-CN" altLang="en-US" sz="1800">
                <a:cs typeface="Arial" panose="020B0604020202020204" pitchFamily="34" charset="0"/>
              </a:rPr>
              <a:t>和</a:t>
            </a:r>
            <a:r>
              <a:rPr lang="en-US" altLang="zh-CN" sz="1800">
                <a:cs typeface="Arial" panose="020B0604020202020204" pitchFamily="34" charset="0"/>
              </a:rPr>
              <a:t>rst</a:t>
            </a:r>
            <a:r>
              <a:rPr lang="zh-CN" altLang="en-US" sz="1800">
                <a:cs typeface="Arial" panose="020B0604020202020204" pitchFamily="34" charset="0"/>
              </a:rPr>
              <a:t>也</a:t>
            </a:r>
            <a:r>
              <a:rPr lang="zh-CN" altLang="en-US" sz="1800" dirty="0">
                <a:cs typeface="Arial" panose="020B0604020202020204" pitchFamily="34" charset="0"/>
              </a:rPr>
              <a:t>类似</a:t>
            </a:r>
          </a:p>
        </p:txBody>
      </p:sp>
      <p:sp>
        <p:nvSpPr>
          <p:cNvPr id="158" name="TextBox 32">
            <a:extLst>
              <a:ext uri="{FF2B5EF4-FFF2-40B4-BE49-F238E27FC236}">
                <a16:creationId xmlns:a16="http://schemas.microsoft.com/office/drawing/2014/main" id="{5C780693-E7B8-4439-A183-212B587AE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4425" y="5244559"/>
            <a:ext cx="3125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9" name="内容占位符 2">
            <a:extLst>
              <a:ext uri="{FF2B5EF4-FFF2-40B4-BE49-F238E27FC236}">
                <a16:creationId xmlns:a16="http://schemas.microsoft.com/office/drawing/2014/main" id="{B6934165-A731-44D8-ABB3-A58BF2E72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7639"/>
            <a:ext cx="7859216" cy="607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位加法器的电路资源使用情况和电路性能</a:t>
            </a:r>
            <a:endParaRPr lang="en-US" altLang="zh-CN" sz="2000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1144D4-F46B-43D3-9511-5F9A12D3D68E}"/>
              </a:ext>
            </a:extLst>
          </p:cNvPr>
          <p:cNvGrpSpPr/>
          <p:nvPr/>
        </p:nvGrpSpPr>
        <p:grpSpPr>
          <a:xfrm>
            <a:off x="5325596" y="4706098"/>
            <a:ext cx="427135" cy="344847"/>
            <a:chOff x="8477923" y="5161402"/>
            <a:chExt cx="427135" cy="344847"/>
          </a:xfrm>
        </p:grpSpPr>
        <p:sp>
          <p:nvSpPr>
            <p:cNvPr id="129" name="AutoShape 42">
              <a:extLst>
                <a:ext uri="{FF2B5EF4-FFF2-40B4-BE49-F238E27FC236}">
                  <a16:creationId xmlns:a16="http://schemas.microsoft.com/office/drawing/2014/main" id="{3D393A69-BA9C-4DAF-9A39-62BFE86870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8189" y="5171136"/>
              <a:ext cx="344847" cy="32537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0" name="Oval 43">
              <a:extLst>
                <a:ext uri="{FF2B5EF4-FFF2-40B4-BE49-F238E27FC236}">
                  <a16:creationId xmlns:a16="http://schemas.microsoft.com/office/drawing/2014/main" id="{5576D9BD-00F9-41A2-9959-63F7086FF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686" y="5263924"/>
              <a:ext cx="141372" cy="13980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D4FB387A-65DC-4BD0-A7AE-39DB639265C2}"/>
              </a:ext>
            </a:extLst>
          </p:cNvPr>
          <p:cNvCxnSpPr>
            <a:cxnSpLocks/>
          </p:cNvCxnSpPr>
          <p:nvPr/>
        </p:nvCxnSpPr>
        <p:spPr bwMode="auto">
          <a:xfrm>
            <a:off x="5048856" y="4894405"/>
            <a:ext cx="2767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32">
            <a:extLst>
              <a:ext uri="{FF2B5EF4-FFF2-40B4-BE49-F238E27FC236}">
                <a16:creationId xmlns:a16="http://schemas.microsoft.com/office/drawing/2014/main" id="{D3377016-CFC2-4F1D-8878-E45584E38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9981" y="4707054"/>
            <a:ext cx="3831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75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146" grpId="0"/>
      <p:bldP spid="147" grpId="0"/>
      <p:bldP spid="148" grpId="0"/>
      <p:bldP spid="149" grpId="0"/>
      <p:bldP spid="152" grpId="0"/>
      <p:bldP spid="154" grpId="0"/>
      <p:bldP spid="155" grpId="0"/>
      <p:bldP spid="1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94AF3-EC6C-413B-A431-8376AA6A3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示例：</a:t>
            </a:r>
            <a:r>
              <a:rPr lang="zh-CN" altLang="en-US" b="1">
                <a:ea typeface="宋体" panose="02010600030101010101" pitchFamily="2" charset="-122"/>
              </a:rPr>
              <a:t>测试加法器 </a:t>
            </a:r>
            <a:r>
              <a:rPr lang="en-US" altLang="zh-CN" b="1">
                <a:ea typeface="宋体" panose="02010600030101010101" pitchFamily="2" charset="-122"/>
              </a:rPr>
              <a:t>(</a:t>
            </a:r>
            <a:r>
              <a:rPr lang="zh-CN" altLang="en-US" b="1">
                <a:ea typeface="宋体" panose="02010600030101010101" pitchFamily="2" charset="-122"/>
              </a:rPr>
              <a:t>续</a:t>
            </a:r>
            <a:r>
              <a:rPr lang="en-US" altLang="zh-CN" b="1">
                <a:ea typeface="宋体" panose="02010600030101010101" pitchFamily="2" charset="-122"/>
              </a:rPr>
              <a:t>1)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485FF2-45F6-4C92-AB08-1DE863AF75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1" t="18519" r="2573" b="3040"/>
          <a:stretch/>
        </p:blipFill>
        <p:spPr>
          <a:xfrm>
            <a:off x="1032841" y="2096852"/>
            <a:ext cx="7611717" cy="4101625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AAF8913-B763-48AB-B687-482F7060B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7639"/>
            <a:ext cx="7859216" cy="607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algn="just">
              <a:spcBef>
                <a:spcPts val="0"/>
              </a:spcBef>
              <a:spcAft>
                <a:spcPts val="600"/>
              </a:spcAft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位串行进位加法器：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{c8, s} = a + b + c0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E3A27127-3185-4C85-B863-61AB1122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14" name="页脚占位符 1">
            <a:extLst>
              <a:ext uri="{FF2B5EF4-FFF2-40B4-BE49-F238E27FC236}">
                <a16:creationId xmlns:a16="http://schemas.microsoft.com/office/drawing/2014/main" id="{8DBE01F3-F1A0-4964-9F77-F9DA12698B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6E73FD20-8567-4CC1-B3C1-251EAFCFF23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9794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94AF3-EC6C-413B-A431-8376AA6A3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示例：测试加法器 </a:t>
            </a:r>
            <a:r>
              <a:rPr lang="en-US" altLang="zh-CN" b="1">
                <a:ea typeface="宋体" panose="02010600030101010101" pitchFamily="2" charset="-122"/>
              </a:rPr>
              <a:t>(</a:t>
            </a:r>
            <a:r>
              <a:rPr lang="zh-CN" altLang="en-US" b="1">
                <a:ea typeface="宋体" panose="02010600030101010101" pitchFamily="2" charset="-122"/>
              </a:rPr>
              <a:t>续</a:t>
            </a:r>
            <a:r>
              <a:rPr lang="en-US" altLang="zh-CN" b="1" dirty="0">
                <a:ea typeface="宋体" panose="02010600030101010101" pitchFamily="2" charset="-122"/>
              </a:rPr>
              <a:t>2</a:t>
            </a:r>
            <a:r>
              <a:rPr lang="en-US" altLang="zh-CN" b="1"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AAF8913-B763-48AB-B687-482F7060B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7637"/>
            <a:ext cx="8003232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设置时钟约束</a:t>
            </a:r>
            <a:endParaRPr lang="en-US" altLang="zh-CN" sz="2400" b="1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zh-CN" altLang="en-US" sz="2000" b="1" kern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尽量高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时钟频率，让</a:t>
            </a:r>
            <a:r>
              <a:rPr lang="en-US" altLang="zh-CN" sz="20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工具优化电路和布局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b="1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b="1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b="1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spcAft>
                <a:spcPts val="600"/>
              </a:spcAft>
              <a:defRPr/>
            </a:pPr>
            <a:endParaRPr lang="en-US" altLang="zh-CN" sz="2400" b="1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查看时序报告</a:t>
            </a:r>
            <a:endParaRPr lang="en-US" altLang="zh-CN" sz="2400" b="1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Timing Summary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了解电路最长路径和最大延迟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若出现红色警示，则表示违反了时钟约束，生成电路的工作速度将可能达不到该频率</a:t>
            </a:r>
            <a:endParaRPr lang="en-US" altLang="zh-CN" sz="2000" b="1" kern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02CD76-1F95-4F1F-8609-B8A118AA3726}"/>
              </a:ext>
            </a:extLst>
          </p:cNvPr>
          <p:cNvSpPr/>
          <p:nvPr/>
        </p:nvSpPr>
        <p:spPr>
          <a:xfrm>
            <a:off x="899592" y="2456892"/>
            <a:ext cx="7690184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set_property -dict { PACKAGE_PIN E3    IOSTANDARD LVCMOS33 } [get_ports { </a:t>
            </a:r>
            <a:r>
              <a:rPr lang="en-US" altLang="zh-CN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}];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resetn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create_clock -add -name sys_clk -period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.00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-waveform {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[get_ports { </a:t>
            </a:r>
            <a:r>
              <a:rPr lang="en-US" altLang="zh-CN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}]; （单位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8EAA1DE3-60FF-4FE9-B222-BE0EBF5AE115}"/>
              </a:ext>
            </a:extLst>
          </p:cNvPr>
          <p:cNvSpPr/>
          <p:nvPr/>
        </p:nvSpPr>
        <p:spPr bwMode="auto">
          <a:xfrm>
            <a:off x="5400092" y="3877268"/>
            <a:ext cx="2664296" cy="811872"/>
          </a:xfrm>
          <a:prstGeom prst="wedgeRoundRectCallout">
            <a:avLst>
              <a:gd name="adj1" fmla="val -48992"/>
              <a:gd name="adj2" fmla="val -97561"/>
              <a:gd name="adj3" fmla="val 16667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latin typeface="Arial" charset="0"/>
              </a:rPr>
              <a:t>假</a:t>
            </a:r>
            <a:r>
              <a:rPr kumimoji="0" lang="zh-C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设要求</a:t>
            </a:r>
            <a:r>
              <a:rPr lang="zh-CN" altLang="en-US" sz="2000" dirty="0">
                <a:latin typeface="Arial" charset="0"/>
              </a:rPr>
              <a:t>电路</a:t>
            </a:r>
            <a:r>
              <a:rPr kumimoji="0" lang="zh-C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时钟频率能够达到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500MHz</a:t>
            </a:r>
            <a:endParaRPr kumimoji="0" lang="zh-CN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3796C65E-080A-497C-823F-D8A0498D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11" name="页脚占位符 1">
            <a:extLst>
              <a:ext uri="{FF2B5EF4-FFF2-40B4-BE49-F238E27FC236}">
                <a16:creationId xmlns:a16="http://schemas.microsoft.com/office/drawing/2014/main" id="{BA38E3E1-6C4E-4ED6-A1EB-5B115B0F22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3F6B8830-BC32-4B8B-8CBA-6498BA22620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416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FA8F8-E05D-456F-AF55-A2288906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示例：测试加法器 </a:t>
            </a:r>
            <a:r>
              <a:rPr lang="en-US" altLang="zh-CN" b="1">
                <a:ea typeface="宋体" panose="02010600030101010101" pitchFamily="2" charset="-122"/>
              </a:rPr>
              <a:t>(</a:t>
            </a:r>
            <a:r>
              <a:rPr lang="zh-CN" altLang="en-US" b="1">
                <a:ea typeface="宋体" panose="02010600030101010101" pitchFamily="2" charset="-122"/>
              </a:rPr>
              <a:t>续</a:t>
            </a:r>
            <a:r>
              <a:rPr lang="en-US" altLang="zh-CN" b="1" dirty="0">
                <a:ea typeface="宋体" panose="02010600030101010101" pitchFamily="2" charset="-122"/>
              </a:rPr>
              <a:t>3</a:t>
            </a:r>
            <a:r>
              <a:rPr lang="en-US" altLang="zh-CN" b="1"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10FE2E6-FB85-4308-B65D-1FB8B652C5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138"/>
          <a:stretch/>
        </p:blipFill>
        <p:spPr>
          <a:xfrm>
            <a:off x="474146" y="1448780"/>
            <a:ext cx="8114478" cy="4583998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24710C81-18BD-4C3C-B626-0D3FFB797887}"/>
              </a:ext>
            </a:extLst>
          </p:cNvPr>
          <p:cNvSpPr/>
          <p:nvPr/>
        </p:nvSpPr>
        <p:spPr bwMode="auto">
          <a:xfrm>
            <a:off x="2771800" y="4545124"/>
            <a:ext cx="5580620" cy="1332148"/>
          </a:xfrm>
          <a:prstGeom prst="round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</a:pPr>
            <a:r>
              <a:rPr lang="zh-CN" altLang="en-US" b="1" dirty="0"/>
              <a:t>最长路径：也称关键路径，</a:t>
            </a:r>
            <a:r>
              <a:rPr lang="en-US" altLang="zh-CN" b="1" dirty="0"/>
              <a:t>ra[1] </a:t>
            </a:r>
            <a:r>
              <a:rPr lang="zh-CN" altLang="en-US" b="1" dirty="0"/>
              <a:t>至 </a:t>
            </a:r>
            <a:r>
              <a:rPr lang="en-US" altLang="zh-CN" b="1" dirty="0"/>
              <a:t>rc8</a:t>
            </a:r>
          </a:p>
          <a:p>
            <a:pPr>
              <a:spcBef>
                <a:spcPts val="0"/>
              </a:spcBef>
            </a:pPr>
            <a:r>
              <a:rPr lang="zh-CN" altLang="en-US" b="1" dirty="0"/>
              <a:t>最大延迟：</a:t>
            </a:r>
            <a:r>
              <a:rPr lang="en-US" altLang="zh-CN" b="1" dirty="0"/>
              <a:t>2.185 ns</a:t>
            </a:r>
            <a:r>
              <a:rPr lang="zh-CN" altLang="en-US" b="1" dirty="0"/>
              <a:t>，其中逻辑延迟</a:t>
            </a:r>
            <a:r>
              <a:rPr lang="en-US" altLang="zh-CN" b="1" dirty="0"/>
              <a:t>1.704 ns</a:t>
            </a:r>
            <a:r>
              <a:rPr lang="zh-CN" altLang="en-US" b="1" dirty="0"/>
              <a:t>，线路延迟</a:t>
            </a:r>
            <a:r>
              <a:rPr lang="en-US" altLang="zh-CN" b="1" dirty="0"/>
              <a:t>0.481 ns</a:t>
            </a:r>
          </a:p>
          <a:p>
            <a:pPr>
              <a:spcBef>
                <a:spcPts val="0"/>
              </a:spcBef>
            </a:pPr>
            <a:r>
              <a:rPr lang="zh-CN" altLang="en-US" b="1" dirty="0"/>
              <a:t>时钟周期：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≥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/>
              <a:t>2 + 0.304) ns</a:t>
            </a:r>
          </a:p>
          <a:p>
            <a:pPr>
              <a:spcBef>
                <a:spcPts val="0"/>
              </a:spcBef>
            </a:pPr>
            <a:endParaRPr lang="zh-CN" altLang="en-US" b="1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15B3E263-272C-4AA1-A1D1-FC223E432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11" name="页脚占位符 1">
            <a:extLst>
              <a:ext uri="{FF2B5EF4-FFF2-40B4-BE49-F238E27FC236}">
                <a16:creationId xmlns:a16="http://schemas.microsoft.com/office/drawing/2014/main" id="{35CD2089-5B1F-4C06-A599-D2544B484B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008AECCE-6F8E-4109-B9D8-DD5F7AD1752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C03684B-0F31-441C-83BB-2F978DF80EFD}"/>
              </a:ext>
            </a:extLst>
          </p:cNvPr>
          <p:cNvSpPr/>
          <p:nvPr/>
        </p:nvSpPr>
        <p:spPr bwMode="auto">
          <a:xfrm>
            <a:off x="2519772" y="2312876"/>
            <a:ext cx="6023012" cy="25202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12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FA8F8-E05D-456F-AF55-A2288906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示例：测试加法器 </a:t>
            </a:r>
            <a:r>
              <a:rPr lang="en-US" altLang="zh-CN" b="1">
                <a:ea typeface="宋体" panose="02010600030101010101" pitchFamily="2" charset="-122"/>
              </a:rPr>
              <a:t>(</a:t>
            </a:r>
            <a:r>
              <a:rPr lang="zh-CN" altLang="en-US" b="1">
                <a:ea typeface="宋体" panose="02010600030101010101" pitchFamily="2" charset="-122"/>
              </a:rPr>
              <a:t>续</a:t>
            </a:r>
            <a:r>
              <a:rPr lang="en-US" altLang="zh-CN" b="1" dirty="0">
                <a:ea typeface="宋体" panose="02010600030101010101" pitchFamily="2" charset="-122"/>
              </a:rPr>
              <a:t>4</a:t>
            </a:r>
            <a:r>
              <a:rPr lang="en-US" altLang="zh-CN" b="1"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933CB1-9784-4499-9D0A-B17398A596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651"/>
          <a:stretch/>
        </p:blipFill>
        <p:spPr>
          <a:xfrm>
            <a:off x="444095" y="1448780"/>
            <a:ext cx="8255810" cy="43571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24F3CCA-083D-4F0A-8A1A-0596F502AB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975" b="63286"/>
          <a:stretch/>
        </p:blipFill>
        <p:spPr>
          <a:xfrm>
            <a:off x="2843808" y="4473116"/>
            <a:ext cx="5580112" cy="1691310"/>
          </a:xfrm>
          <a:prstGeom prst="rect">
            <a:avLst/>
          </a:prstGeom>
        </p:spPr>
      </p:pic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1C1039CB-1D8F-4AF3-A4E3-8BA2B5BC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11" name="页脚占位符 1">
            <a:extLst>
              <a:ext uri="{FF2B5EF4-FFF2-40B4-BE49-F238E27FC236}">
                <a16:creationId xmlns:a16="http://schemas.microsoft.com/office/drawing/2014/main" id="{03A2C377-F538-4D65-B8DD-D81C607985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5A9367C8-04B5-4288-A783-846C94BD3A2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4706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F09B31-2437-41AE-BDE3-29B151DB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宋体" panose="02010600030101010101" pitchFamily="2" charset="-122"/>
              </a:rPr>
              <a:t>示例：测试加法器 </a:t>
            </a:r>
            <a:r>
              <a:rPr lang="en-US" altLang="zh-CN" b="1">
                <a:ea typeface="宋体" panose="02010600030101010101" pitchFamily="2" charset="-122"/>
              </a:rPr>
              <a:t>(</a:t>
            </a:r>
            <a:r>
              <a:rPr lang="zh-CN" altLang="en-US" b="1">
                <a:ea typeface="宋体" panose="02010600030101010101" pitchFamily="2" charset="-122"/>
              </a:rPr>
              <a:t>续</a:t>
            </a:r>
            <a:r>
              <a:rPr lang="en-US" altLang="zh-CN" b="1" dirty="0">
                <a:ea typeface="宋体" panose="02010600030101010101" pitchFamily="2" charset="-122"/>
              </a:rPr>
              <a:t>5</a:t>
            </a:r>
            <a:r>
              <a:rPr lang="en-US" altLang="zh-CN" b="1"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C9406D-324F-4111-8D0F-E76E25F6B9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926"/>
          <a:stretch/>
        </p:blipFill>
        <p:spPr>
          <a:xfrm>
            <a:off x="791580" y="2060848"/>
            <a:ext cx="7751204" cy="4109537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7561A94-A2B5-435A-A35B-91891F725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7638"/>
            <a:ext cx="8229600" cy="643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查看电路资源使用情况：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Report Utilization</a:t>
            </a:r>
            <a:endParaRPr lang="en-US" altLang="zh-CN" sz="2000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CD9142A-0407-447D-A10D-A67AC043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10" name="页脚占位符 1">
            <a:extLst>
              <a:ext uri="{FF2B5EF4-FFF2-40B4-BE49-F238E27FC236}">
                <a16:creationId xmlns:a16="http://schemas.microsoft.com/office/drawing/2014/main" id="{75BBE54E-D3EC-43CA-8A52-4D3E57C1BD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11" name="日期占位符 3">
            <a:extLst>
              <a:ext uri="{FF2B5EF4-FFF2-40B4-BE49-F238E27FC236}">
                <a16:creationId xmlns:a16="http://schemas.microsoft.com/office/drawing/2014/main" id="{F97FDF8A-AB65-4782-BC2E-4C82F6F2D09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581A7B-E46B-40AB-95DC-4244FCEB4747}"/>
              </a:ext>
            </a:extLst>
          </p:cNvPr>
          <p:cNvSpPr/>
          <p:nvPr/>
        </p:nvSpPr>
        <p:spPr bwMode="auto">
          <a:xfrm>
            <a:off x="3491880" y="3140968"/>
            <a:ext cx="2592288" cy="242844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12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B532B4D-B102-4DEF-88F2-35259B31A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宋体" panose="02010600030101010101" pitchFamily="2" charset="-122"/>
              </a:rPr>
              <a:t>通用测试单元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08FEEAF6-3FAF-4CC8-867E-691AC92C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6A292D-EE0C-4EC1-8099-958F49C1D86E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页脚占位符 1">
            <a:extLst>
              <a:ext uri="{FF2B5EF4-FFF2-40B4-BE49-F238E27FC236}">
                <a16:creationId xmlns:a16="http://schemas.microsoft.com/office/drawing/2014/main" id="{1C181170-66E0-4CA5-B91D-1192E51BB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数字逻辑设计进阶实验</a:t>
            </a:r>
          </a:p>
        </p:txBody>
      </p:sp>
      <p:sp>
        <p:nvSpPr>
          <p:cNvPr id="96" name="日期占位符 3">
            <a:extLst>
              <a:ext uri="{FF2B5EF4-FFF2-40B4-BE49-F238E27FC236}">
                <a16:creationId xmlns:a16="http://schemas.microsoft.com/office/drawing/2014/main" id="{3946BCBE-ECDE-4154-9753-65627064314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29E1AD-1D79-4E5F-827B-AF978A182FE6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2025/10/27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9" name="内容占位符 2">
            <a:extLst>
              <a:ext uri="{FF2B5EF4-FFF2-40B4-BE49-F238E27FC236}">
                <a16:creationId xmlns:a16="http://schemas.microsoft.com/office/drawing/2014/main" id="{B6934165-A731-44D8-ABB3-A58BF2E72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17638"/>
            <a:ext cx="8111244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Universal Test Unit (UTU)</a:t>
            </a: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，利用外设对任意模块的下载测试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外设（输入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输出设备）包括开关、按钮、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指示灯和数码管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待测试模块 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Device Under Test, 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DUT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测试接口 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Interface, TIF)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适配</a:t>
            </a:r>
            <a:r>
              <a:rPr lang="en-US" altLang="zh-CN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UTU</a:t>
            </a:r>
            <a:r>
              <a:rPr lang="zh-CN" altLang="en-US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DUT</a:t>
            </a:r>
            <a:r>
              <a:rPr lang="zh-CN" altLang="en-US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之间信号</a:t>
            </a:r>
            <a:endParaRPr lang="en-US" altLang="zh-CN" sz="2000" ker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UTU</a:t>
            </a: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TIF</a:t>
            </a:r>
            <a:r>
              <a:rPr lang="zh-CN" altLang="en-US" sz="2400" b="1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之间信号</a:t>
            </a:r>
            <a:endParaRPr lang="en-US" altLang="zh-CN" sz="2400" b="1" ker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zh-CN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taddr</a:t>
            </a:r>
            <a:r>
              <a:rPr lang="zh-CN" altLang="en-US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：测试端口地址</a:t>
            </a:r>
            <a:endParaRPr lang="en-US" altLang="zh-CN" sz="2000" ker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zh-CN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din</a:t>
            </a:r>
            <a:r>
              <a:rPr lang="zh-CN" altLang="en-US" sz="20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：测试数据输入</a:t>
            </a:r>
            <a:endParaRPr lang="en-US" altLang="zh-CN" sz="2000" ker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zh-CN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tdout</a:t>
            </a:r>
            <a:r>
              <a:rPr lang="zh-CN" altLang="en-US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：测试数据输出</a:t>
            </a:r>
            <a:endParaRPr lang="en-US" altLang="zh-CN" sz="2000" ker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zh-CN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</a:t>
            </a:r>
            <a:r>
              <a:rPr lang="en-US" altLang="zh-CN" sz="20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0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：测试写</a:t>
            </a:r>
            <a:r>
              <a:rPr lang="zh-CN" altLang="en-US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使能</a:t>
            </a:r>
            <a:endParaRPr lang="en-US" altLang="zh-CN" sz="2000" ker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zh-CN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tclk</a:t>
            </a:r>
            <a:r>
              <a:rPr lang="zh-CN" altLang="en-US" sz="20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：测试时钟</a:t>
            </a:r>
            <a:endParaRPr lang="en-US" altLang="zh-CN" sz="2000" ker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9C2FD53-8F1A-4F5A-8DBF-4085F0C1CEE7}"/>
              </a:ext>
            </a:extLst>
          </p:cNvPr>
          <p:cNvGrpSpPr/>
          <p:nvPr/>
        </p:nvGrpSpPr>
        <p:grpSpPr>
          <a:xfrm>
            <a:off x="4355976" y="4648272"/>
            <a:ext cx="3840097" cy="792090"/>
            <a:chOff x="3317644" y="4437110"/>
            <a:chExt cx="3252578" cy="792090"/>
          </a:xfrm>
        </p:grpSpPr>
        <p:sp>
          <p:nvSpPr>
            <p:cNvPr id="64" name="文本框 84">
              <a:extLst>
                <a:ext uri="{FF2B5EF4-FFF2-40B4-BE49-F238E27FC236}">
                  <a16:creationId xmlns:a16="http://schemas.microsoft.com/office/drawing/2014/main" id="{2E871DE6-F5E3-465A-BEB9-ECE2633D5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4437111"/>
              <a:ext cx="727595" cy="792089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TIF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B2DB9FB-E18F-43CD-8EB9-03B566384CB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31940" y="4833156"/>
              <a:ext cx="540060" cy="0"/>
            </a:xfrm>
            <a:prstGeom prst="line">
              <a:avLst/>
            </a:prstGeom>
            <a:ln w="28575">
              <a:solidFill>
                <a:srgbClr val="C00000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84">
              <a:extLst>
                <a:ext uri="{FF2B5EF4-FFF2-40B4-BE49-F238E27FC236}">
                  <a16:creationId xmlns:a16="http://schemas.microsoft.com/office/drawing/2014/main" id="{668E87C4-B058-426D-ACB5-7AD12E2A8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2627" y="4437111"/>
              <a:ext cx="727595" cy="792089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DUT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D753E8C4-B959-4E4A-BBC7-678FE25C2C7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02567" y="4833156"/>
              <a:ext cx="54006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本框 84">
              <a:extLst>
                <a:ext uri="{FF2B5EF4-FFF2-40B4-BE49-F238E27FC236}">
                  <a16:creationId xmlns:a16="http://schemas.microsoft.com/office/drawing/2014/main" id="{10770D29-1B82-478F-A19E-2BA23CC0D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644" y="4437110"/>
              <a:ext cx="727595" cy="792089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UTU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A2708DE6-3340-4080-B1D9-8B7ACE022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通用测试单元 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82" name="灯片编号占位符 5">
            <a:extLst>
              <a:ext uri="{FF2B5EF4-FFF2-40B4-BE49-F238E27FC236}">
                <a16:creationId xmlns:a16="http://schemas.microsoft.com/office/drawing/2014/main" id="{18DE5F72-4911-45D2-9EFD-472614CA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6A292D-EE0C-4EC1-8099-958F49C1D86E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页脚占位符 1">
            <a:extLst>
              <a:ext uri="{FF2B5EF4-FFF2-40B4-BE49-F238E27FC236}">
                <a16:creationId xmlns:a16="http://schemas.microsoft.com/office/drawing/2014/main" id="{1E03010F-6375-47B0-9AE5-DC46C82E9E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数字逻辑设计进阶实验</a:t>
            </a:r>
          </a:p>
        </p:txBody>
      </p:sp>
      <p:sp>
        <p:nvSpPr>
          <p:cNvPr id="84" name="日期占位符 3">
            <a:extLst>
              <a:ext uri="{FF2B5EF4-FFF2-40B4-BE49-F238E27FC236}">
                <a16:creationId xmlns:a16="http://schemas.microsoft.com/office/drawing/2014/main" id="{4686BFDD-F75A-47E1-B0A4-F6B7EC75DC8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29E1AD-1D79-4E5F-827B-AF978A182FE6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2025/10/27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EE8634F0-2EC7-4ABA-8D35-B20A3ECC4549}"/>
              </a:ext>
            </a:extLst>
          </p:cNvPr>
          <p:cNvGrpSpPr/>
          <p:nvPr/>
        </p:nvGrpSpPr>
        <p:grpSpPr>
          <a:xfrm>
            <a:off x="4750898" y="1959003"/>
            <a:ext cx="3185625" cy="3672849"/>
            <a:chOff x="4391980" y="1340768"/>
            <a:chExt cx="3185625" cy="3672849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112CABDB-351D-4A6F-A200-B71FB8A687B5}"/>
                </a:ext>
              </a:extLst>
            </p:cNvPr>
            <p:cNvGrpSpPr/>
            <p:nvPr/>
          </p:nvGrpSpPr>
          <p:grpSpPr>
            <a:xfrm>
              <a:off x="4391980" y="1340768"/>
              <a:ext cx="3185625" cy="3672849"/>
              <a:chOff x="4391980" y="1340768"/>
              <a:chExt cx="3185625" cy="3672849"/>
            </a:xfrm>
          </p:grpSpPr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124D9E08-726B-4E02-BF27-52C636C8291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72100" y="1340768"/>
                <a:ext cx="0" cy="2088673"/>
              </a:xfrm>
              <a:prstGeom prst="line">
                <a:avLst/>
              </a:prstGeom>
              <a:solidFill>
                <a:schemeClr val="accent1"/>
              </a:solidFill>
              <a:ln w="222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CAA94EDD-EC40-4032-B64D-C5974AAD4FA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588224" y="1340768"/>
                <a:ext cx="0" cy="2088673"/>
              </a:xfrm>
              <a:prstGeom prst="line">
                <a:avLst/>
              </a:prstGeom>
              <a:solidFill>
                <a:schemeClr val="accent1"/>
              </a:solidFill>
              <a:ln w="222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CCD42037-A60B-447D-8436-F4B4A82D66B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588224" y="1340768"/>
                <a:ext cx="989381" cy="0"/>
              </a:xfrm>
              <a:prstGeom prst="line">
                <a:avLst/>
              </a:prstGeom>
              <a:ln w="22225">
                <a:solidFill>
                  <a:srgbClr val="C00000"/>
                </a:solidFill>
                <a:prstDash val="sysDot"/>
                <a:tailEnd type="non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9D825240-D0A8-43F2-9F25-CCBB0F03CFC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577605" y="1340768"/>
                <a:ext cx="0" cy="3672849"/>
              </a:xfrm>
              <a:prstGeom prst="line">
                <a:avLst/>
              </a:prstGeom>
              <a:solidFill>
                <a:schemeClr val="accent1"/>
              </a:solidFill>
              <a:ln w="222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8C3F5B0B-A400-4C20-AC98-A0EE8FA1D12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91980" y="1340768"/>
                <a:ext cx="0" cy="3672849"/>
              </a:xfrm>
              <a:prstGeom prst="line">
                <a:avLst/>
              </a:prstGeom>
              <a:solidFill>
                <a:schemeClr val="accent1"/>
              </a:solidFill>
              <a:ln w="22225" cap="flat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B92F8928-3CBB-4C6A-A8BE-9016A35BC2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91980" y="1340768"/>
                <a:ext cx="1071316" cy="0"/>
              </a:xfrm>
              <a:prstGeom prst="line">
                <a:avLst/>
              </a:prstGeom>
              <a:ln w="22225">
                <a:solidFill>
                  <a:srgbClr val="C00000"/>
                </a:solidFill>
                <a:prstDash val="sysDot"/>
                <a:tailEnd type="non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>
                <a:extLst>
                  <a:ext uri="{FF2B5EF4-FFF2-40B4-BE49-F238E27FC236}">
                    <a16:creationId xmlns:a16="http://schemas.microsoft.com/office/drawing/2014/main" id="{C1CACC9F-D1EF-4E6F-B3D1-1A12449C5A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72100" y="3429441"/>
                <a:ext cx="1116124" cy="0"/>
              </a:xfrm>
              <a:prstGeom prst="line">
                <a:avLst/>
              </a:prstGeom>
              <a:ln w="22225">
                <a:solidFill>
                  <a:srgbClr val="C00000"/>
                </a:solidFill>
                <a:prstDash val="sysDot"/>
                <a:tailEnd type="non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201E2648-86CD-475F-9BC0-7C22942475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91980" y="5013617"/>
                <a:ext cx="3185625" cy="0"/>
              </a:xfrm>
              <a:prstGeom prst="line">
                <a:avLst/>
              </a:prstGeom>
              <a:ln w="22225">
                <a:solidFill>
                  <a:srgbClr val="C00000"/>
                </a:solidFill>
                <a:prstDash val="sysDot"/>
                <a:tailEnd type="non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E9B41D31-F0AB-4433-A208-E980115CBD9F}"/>
                </a:ext>
              </a:extLst>
            </p:cNvPr>
            <p:cNvSpPr txBox="1"/>
            <p:nvPr/>
          </p:nvSpPr>
          <p:spPr bwMode="auto">
            <a:xfrm>
              <a:off x="6993513" y="3367657"/>
              <a:ext cx="307777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rtlCol="0" anchor="ctr" anchorCtr="1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cs typeface="Arial" panose="020B0604020202020204" pitchFamily="34" charset="0"/>
                </a:rPr>
                <a:t>TIF</a:t>
              </a:r>
              <a:endParaRPr lang="zh-CN" altLang="en-US" sz="1600" b="1" dirty="0">
                <a:cs typeface="Arial" panose="020B0604020202020204" pitchFamily="34" charset="0"/>
              </a:endParaRPr>
            </a:p>
          </p:txBody>
        </p: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A9589B90-C6EB-47E5-BFFC-4E9C4B30FB0C}"/>
              </a:ext>
            </a:extLst>
          </p:cNvPr>
          <p:cNvGrpSpPr/>
          <p:nvPr/>
        </p:nvGrpSpPr>
        <p:grpSpPr>
          <a:xfrm>
            <a:off x="736857" y="2810427"/>
            <a:ext cx="1995669" cy="1486252"/>
            <a:chOff x="628912" y="2313389"/>
            <a:chExt cx="1995669" cy="1486252"/>
          </a:xfrm>
        </p:grpSpPr>
        <p:sp>
          <p:nvSpPr>
            <p:cNvPr id="109" name="流程图: 决策 108">
              <a:extLst>
                <a:ext uri="{FF2B5EF4-FFF2-40B4-BE49-F238E27FC236}">
                  <a16:creationId xmlns:a16="http://schemas.microsoft.com/office/drawing/2014/main" id="{4774CA56-FD48-4499-A6CC-E99859B4CBBE}"/>
                </a:ext>
              </a:extLst>
            </p:cNvPr>
            <p:cNvSpPr/>
            <p:nvPr/>
          </p:nvSpPr>
          <p:spPr bwMode="auto">
            <a:xfrm>
              <a:off x="628912" y="2313389"/>
              <a:ext cx="1995669" cy="1486252"/>
            </a:xfrm>
            <a:prstGeom prst="flowChartDecision">
              <a:avLst/>
            </a:prstGeom>
            <a:noFill/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331142B2-B531-4283-B629-83F8C91689B0}"/>
                </a:ext>
              </a:extLst>
            </p:cNvPr>
            <p:cNvGrpSpPr/>
            <p:nvPr/>
          </p:nvGrpSpPr>
          <p:grpSpPr>
            <a:xfrm>
              <a:off x="835861" y="2500263"/>
              <a:ext cx="1605778" cy="1117251"/>
              <a:chOff x="1096987" y="1623466"/>
              <a:chExt cx="2094493" cy="1239235"/>
            </a:xfrm>
          </p:grpSpPr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3851066C-8D63-407F-A262-E55816F5B68F}"/>
                  </a:ext>
                </a:extLst>
              </p:cNvPr>
              <p:cNvSpPr/>
              <p:nvPr/>
            </p:nvSpPr>
            <p:spPr bwMode="auto">
              <a:xfrm>
                <a:off x="1799693" y="1623466"/>
                <a:ext cx="648072" cy="360039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pre</a:t>
                </a:r>
                <a:endParaRPr kumimoji="0" lang="zh-CN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4AFADEAE-B7A3-4213-91C8-0A5E06BB9A30}"/>
                  </a:ext>
                </a:extLst>
              </p:cNvPr>
              <p:cNvSpPr/>
              <p:nvPr/>
            </p:nvSpPr>
            <p:spPr bwMode="auto">
              <a:xfrm>
                <a:off x="1813001" y="2060848"/>
                <a:ext cx="648072" cy="36004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ent</a:t>
                </a:r>
                <a:endParaRPr kumimoji="0" lang="zh-CN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BEFBB783-01A3-43FB-829C-2DD79BE33C3C}"/>
                  </a:ext>
                </a:extLst>
              </p:cNvPr>
              <p:cNvSpPr/>
              <p:nvPr/>
            </p:nvSpPr>
            <p:spPr bwMode="auto">
              <a:xfrm>
                <a:off x="1813001" y="2502661"/>
                <a:ext cx="648072" cy="36004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600">
                    <a:latin typeface="Arial" charset="0"/>
                  </a:rPr>
                  <a:t>nxt</a:t>
                </a:r>
                <a:endParaRPr kumimoji="0" lang="zh-CN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E3D8BE32-0D36-47D1-BD2F-392F4761BB4E}"/>
                  </a:ext>
                </a:extLst>
              </p:cNvPr>
              <p:cNvSpPr/>
              <p:nvPr/>
            </p:nvSpPr>
            <p:spPr bwMode="auto">
              <a:xfrm>
                <a:off x="1096987" y="2060848"/>
                <a:ext cx="648072" cy="36004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600">
                    <a:latin typeface="Arial" charset="0"/>
                  </a:rPr>
                  <a:t>del</a:t>
                </a:r>
                <a:endParaRPr kumimoji="0" lang="zh-CN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13C19A29-8B13-4023-90A6-494368FFBE2B}"/>
                  </a:ext>
                </a:extLst>
              </p:cNvPr>
              <p:cNvSpPr/>
              <p:nvPr/>
            </p:nvSpPr>
            <p:spPr bwMode="auto">
              <a:xfrm>
                <a:off x="2543408" y="2060848"/>
                <a:ext cx="648072" cy="36004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600">
                    <a:latin typeface="Arial" charset="0"/>
                  </a:rPr>
                  <a:t>step</a:t>
                </a:r>
                <a:endParaRPr kumimoji="0" lang="zh-CN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D05AEB67-377C-4D9F-B6C1-6C27FEB489E0}"/>
              </a:ext>
            </a:extLst>
          </p:cNvPr>
          <p:cNvGrpSpPr/>
          <p:nvPr/>
        </p:nvGrpSpPr>
        <p:grpSpPr>
          <a:xfrm>
            <a:off x="7173241" y="2104565"/>
            <a:ext cx="339617" cy="369977"/>
            <a:chOff x="5564531" y="2256161"/>
            <a:chExt cx="447629" cy="546945"/>
          </a:xfrm>
        </p:grpSpPr>
        <p:sp>
          <p:nvSpPr>
            <p:cNvPr id="120" name="文本框 84">
              <a:extLst>
                <a:ext uri="{FF2B5EF4-FFF2-40B4-BE49-F238E27FC236}">
                  <a16:creationId xmlns:a16="http://schemas.microsoft.com/office/drawing/2014/main" id="{39AA6F80-7B00-411E-85CB-F9B86503C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4531" y="2256161"/>
              <a:ext cx="447629" cy="516830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o0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1E5E8C3A-C182-4946-BC9D-AE5367692FA7}"/>
                </a:ext>
              </a:extLst>
            </p:cNvPr>
            <p:cNvSpPr txBox="1"/>
            <p:nvPr/>
          </p:nvSpPr>
          <p:spPr bwMode="auto">
            <a:xfrm rot="5400000">
              <a:off x="5688814" y="2521029"/>
              <a:ext cx="199059" cy="365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t" anchorCtr="0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cs typeface="Arial" panose="020B0604020202020204" pitchFamily="34" charset="0"/>
                </a:rPr>
                <a:t>&lt;</a:t>
              </a:r>
              <a:endParaRPr lang="zh-CN" altLang="en-US" dirty="0">
                <a:cs typeface="Arial" panose="020B0604020202020204" pitchFamily="34" charset="0"/>
              </a:endParaRPr>
            </a:p>
          </p:txBody>
        </p:sp>
      </p:grpSp>
      <p:sp>
        <p:nvSpPr>
          <p:cNvPr id="123" name="文本框 84">
            <a:extLst>
              <a:ext uri="{FF2B5EF4-FFF2-40B4-BE49-F238E27FC236}">
                <a16:creationId xmlns:a16="http://schemas.microsoft.com/office/drawing/2014/main" id="{CC821A90-0069-4233-B690-FAB374987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979" y="2103021"/>
            <a:ext cx="648072" cy="1794094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108000" rIns="0" bIns="0" anchor="ctr" anchorCtr="0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021F37CD-BDAC-4969-901B-D7BD0A6D63F5}"/>
              </a:ext>
            </a:extLst>
          </p:cNvPr>
          <p:cNvGrpSpPr/>
          <p:nvPr/>
        </p:nvGrpSpPr>
        <p:grpSpPr>
          <a:xfrm>
            <a:off x="5286517" y="2104564"/>
            <a:ext cx="339617" cy="369977"/>
            <a:chOff x="5564531" y="2256161"/>
            <a:chExt cx="447629" cy="546945"/>
          </a:xfrm>
        </p:grpSpPr>
        <p:sp>
          <p:nvSpPr>
            <p:cNvPr id="126" name="文本框 84">
              <a:extLst>
                <a:ext uri="{FF2B5EF4-FFF2-40B4-BE49-F238E27FC236}">
                  <a16:creationId xmlns:a16="http://schemas.microsoft.com/office/drawing/2014/main" id="{4F694443-C980-4F3F-8E2D-BA49CF4985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4531" y="2256161"/>
              <a:ext cx="447629" cy="516830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i0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9B5C1E4B-CDE6-416C-BC59-EB015E013B30}"/>
                </a:ext>
              </a:extLst>
            </p:cNvPr>
            <p:cNvSpPr txBox="1"/>
            <p:nvPr/>
          </p:nvSpPr>
          <p:spPr bwMode="auto">
            <a:xfrm rot="5400000">
              <a:off x="5688814" y="2521029"/>
              <a:ext cx="199059" cy="365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t" anchorCtr="0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cs typeface="Arial" panose="020B0604020202020204" pitchFamily="34" charset="0"/>
                </a:rPr>
                <a:t>&lt;</a:t>
              </a:r>
              <a:endParaRPr lang="zh-CN" altLang="en-US" dirty="0">
                <a:cs typeface="Arial" panose="020B0604020202020204" pitchFamily="34" charset="0"/>
              </a:endParaRP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FCD49BC0-6F90-47F5-90F1-943B28CD6092}"/>
              </a:ext>
            </a:extLst>
          </p:cNvPr>
          <p:cNvGrpSpPr/>
          <p:nvPr/>
        </p:nvGrpSpPr>
        <p:grpSpPr>
          <a:xfrm>
            <a:off x="5290958" y="2592204"/>
            <a:ext cx="339617" cy="369977"/>
            <a:chOff x="5564531" y="2256161"/>
            <a:chExt cx="447629" cy="546945"/>
          </a:xfrm>
        </p:grpSpPr>
        <p:sp>
          <p:nvSpPr>
            <p:cNvPr id="129" name="文本框 84">
              <a:extLst>
                <a:ext uri="{FF2B5EF4-FFF2-40B4-BE49-F238E27FC236}">
                  <a16:creationId xmlns:a16="http://schemas.microsoft.com/office/drawing/2014/main" id="{1EED6B0A-6884-431B-8610-8D8AF5DA2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4531" y="2256161"/>
              <a:ext cx="447629" cy="516830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i1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3CAEFAF7-D9B5-48B3-A84A-968B4286391E}"/>
                </a:ext>
              </a:extLst>
            </p:cNvPr>
            <p:cNvSpPr txBox="1"/>
            <p:nvPr/>
          </p:nvSpPr>
          <p:spPr bwMode="auto">
            <a:xfrm rot="5400000">
              <a:off x="5688814" y="2521029"/>
              <a:ext cx="199059" cy="365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t" anchorCtr="0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cs typeface="Arial" panose="020B0604020202020204" pitchFamily="34" charset="0"/>
                </a:rPr>
                <a:t>&lt;</a:t>
              </a:r>
              <a:endParaRPr lang="zh-CN" altLang="en-US" dirty="0">
                <a:cs typeface="Arial" panose="020B0604020202020204" pitchFamily="34" charset="0"/>
              </a:endParaRPr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555A97EA-5B75-4DCF-88F1-E605F69D78CE}"/>
              </a:ext>
            </a:extLst>
          </p:cNvPr>
          <p:cNvGrpSpPr/>
          <p:nvPr/>
        </p:nvGrpSpPr>
        <p:grpSpPr>
          <a:xfrm>
            <a:off x="5286261" y="3245209"/>
            <a:ext cx="339617" cy="369977"/>
            <a:chOff x="5564531" y="2256161"/>
            <a:chExt cx="447629" cy="546945"/>
          </a:xfrm>
        </p:grpSpPr>
        <p:sp>
          <p:nvSpPr>
            <p:cNvPr id="151" name="文本框 84">
              <a:extLst>
                <a:ext uri="{FF2B5EF4-FFF2-40B4-BE49-F238E27FC236}">
                  <a16:creationId xmlns:a16="http://schemas.microsoft.com/office/drawing/2014/main" id="{A56F0324-334E-4617-9A43-0740A3291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4531" y="2256161"/>
              <a:ext cx="447629" cy="516830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in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34FF3444-BB2A-4CCD-ADB1-A64C4D3AC742}"/>
                </a:ext>
              </a:extLst>
            </p:cNvPr>
            <p:cNvSpPr txBox="1"/>
            <p:nvPr/>
          </p:nvSpPr>
          <p:spPr bwMode="auto">
            <a:xfrm rot="5400000">
              <a:off x="5688814" y="2521029"/>
              <a:ext cx="199059" cy="365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t" anchorCtr="0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cs typeface="Arial" panose="020B0604020202020204" pitchFamily="34" charset="0"/>
                </a:rPr>
                <a:t>&lt;</a:t>
              </a:r>
              <a:endParaRPr lang="zh-CN" altLang="en-US" dirty="0">
                <a:cs typeface="Arial" panose="020B0604020202020204" pitchFamily="34" charset="0"/>
              </a:endParaRPr>
            </a:p>
          </p:txBody>
        </p: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EF5CB8C9-9676-4A73-8BE2-2B683ED48FC3}"/>
              </a:ext>
            </a:extLst>
          </p:cNvPr>
          <p:cNvGrpSpPr/>
          <p:nvPr/>
        </p:nvGrpSpPr>
        <p:grpSpPr>
          <a:xfrm>
            <a:off x="7177682" y="2582018"/>
            <a:ext cx="339617" cy="369977"/>
            <a:chOff x="5564531" y="2256161"/>
            <a:chExt cx="447629" cy="546945"/>
          </a:xfrm>
        </p:grpSpPr>
        <p:sp>
          <p:nvSpPr>
            <p:cNvPr id="154" name="文本框 84">
              <a:extLst>
                <a:ext uri="{FF2B5EF4-FFF2-40B4-BE49-F238E27FC236}">
                  <a16:creationId xmlns:a16="http://schemas.microsoft.com/office/drawing/2014/main" id="{1D91B2DE-BDA2-44C4-AE80-467184112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4531" y="2256161"/>
              <a:ext cx="447629" cy="516830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o1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C770302A-E920-4F36-8EB6-B7775E1D3CA2}"/>
                </a:ext>
              </a:extLst>
            </p:cNvPr>
            <p:cNvSpPr txBox="1"/>
            <p:nvPr/>
          </p:nvSpPr>
          <p:spPr bwMode="auto">
            <a:xfrm rot="5400000">
              <a:off x="5688814" y="2521029"/>
              <a:ext cx="199059" cy="365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t" anchorCtr="0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cs typeface="Arial" panose="020B0604020202020204" pitchFamily="34" charset="0"/>
                </a:rPr>
                <a:t>&lt;</a:t>
              </a:r>
              <a:endParaRPr lang="zh-CN" altLang="en-US" dirty="0">
                <a:cs typeface="Arial" panose="020B0604020202020204" pitchFamily="34" charset="0"/>
              </a:endParaRPr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E6E792D7-C027-4B55-8727-01897FB1901E}"/>
              </a:ext>
            </a:extLst>
          </p:cNvPr>
          <p:cNvGrpSpPr/>
          <p:nvPr/>
        </p:nvGrpSpPr>
        <p:grpSpPr>
          <a:xfrm>
            <a:off x="7172985" y="3245210"/>
            <a:ext cx="339617" cy="369977"/>
            <a:chOff x="5564531" y="2256161"/>
            <a:chExt cx="447629" cy="546945"/>
          </a:xfrm>
        </p:grpSpPr>
        <p:sp>
          <p:nvSpPr>
            <p:cNvPr id="157" name="文本框 84">
              <a:extLst>
                <a:ext uri="{FF2B5EF4-FFF2-40B4-BE49-F238E27FC236}">
                  <a16:creationId xmlns:a16="http://schemas.microsoft.com/office/drawing/2014/main" id="{FC039470-36B2-41E8-BC64-1D0226E4B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4531" y="2256161"/>
              <a:ext cx="447629" cy="516830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oj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8CBFDD58-CC48-448B-932B-EA76107FB793}"/>
                </a:ext>
              </a:extLst>
            </p:cNvPr>
            <p:cNvSpPr txBox="1"/>
            <p:nvPr/>
          </p:nvSpPr>
          <p:spPr bwMode="auto">
            <a:xfrm rot="5400000">
              <a:off x="5688814" y="2521029"/>
              <a:ext cx="199059" cy="365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t" anchorCtr="0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>
                  <a:cs typeface="Arial" panose="020B0604020202020204" pitchFamily="34" charset="0"/>
                </a:rPr>
                <a:t>&lt;</a:t>
              </a:r>
              <a:endParaRPr lang="zh-CN" altLang="en-US" dirty="0">
                <a:cs typeface="Arial" panose="020B0604020202020204" pitchFamily="34" charset="0"/>
              </a:endParaRPr>
            </a:p>
          </p:txBody>
        </p:sp>
      </p:grp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4007C13B-27AA-41E3-9B2E-FDD78F24DEA2}"/>
              </a:ext>
            </a:extLst>
          </p:cNvPr>
          <p:cNvCxnSpPr>
            <a:cxnSpLocks/>
            <a:stCxn id="126" idx="3"/>
          </p:cNvCxnSpPr>
          <p:nvPr/>
        </p:nvCxnSpPr>
        <p:spPr bwMode="auto">
          <a:xfrm>
            <a:off x="5626134" y="2279367"/>
            <a:ext cx="444845" cy="3672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32">
            <a:extLst>
              <a:ext uri="{FF2B5EF4-FFF2-40B4-BE49-F238E27FC236}">
                <a16:creationId xmlns:a16="http://schemas.microsoft.com/office/drawing/2014/main" id="{CCEBD158-99CE-44A6-AFF9-B532617E5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6206" y="2900949"/>
            <a:ext cx="230832" cy="258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341C6687-DB97-467A-87FE-23E611D3D48A}"/>
              </a:ext>
            </a:extLst>
          </p:cNvPr>
          <p:cNvCxnSpPr>
            <a:cxnSpLocks/>
          </p:cNvCxnSpPr>
          <p:nvPr/>
        </p:nvCxnSpPr>
        <p:spPr bwMode="auto">
          <a:xfrm>
            <a:off x="3815916" y="2283039"/>
            <a:ext cx="1501652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28A38F1D-B476-4976-B208-C9AD1DC0F1EC}"/>
              </a:ext>
            </a:extLst>
          </p:cNvPr>
          <p:cNvCxnSpPr>
            <a:cxnSpLocks/>
          </p:cNvCxnSpPr>
          <p:nvPr/>
        </p:nvCxnSpPr>
        <p:spPr bwMode="auto">
          <a:xfrm>
            <a:off x="5625878" y="2782404"/>
            <a:ext cx="462924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C412D44E-0364-403D-A717-DB7041BA6735}"/>
              </a:ext>
            </a:extLst>
          </p:cNvPr>
          <p:cNvCxnSpPr>
            <a:cxnSpLocks/>
          </p:cNvCxnSpPr>
          <p:nvPr/>
        </p:nvCxnSpPr>
        <p:spPr bwMode="auto">
          <a:xfrm>
            <a:off x="4968972" y="2768835"/>
            <a:ext cx="321986" cy="0"/>
          </a:xfrm>
          <a:prstGeom prst="line">
            <a:avLst/>
          </a:prstGeom>
          <a:ln w="22225">
            <a:solidFill>
              <a:schemeClr val="tx1"/>
            </a:solidFill>
            <a:headEnd type="oval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AEDFAD73-D22F-4C13-AE10-311B71A45509}"/>
              </a:ext>
            </a:extLst>
          </p:cNvPr>
          <p:cNvCxnSpPr>
            <a:cxnSpLocks/>
          </p:cNvCxnSpPr>
          <p:nvPr/>
        </p:nvCxnSpPr>
        <p:spPr bwMode="auto">
          <a:xfrm>
            <a:off x="5625878" y="3396008"/>
            <a:ext cx="445101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C18EB3A2-A612-43A6-9F02-8CDE7A82BEDA}"/>
              </a:ext>
            </a:extLst>
          </p:cNvPr>
          <p:cNvCxnSpPr>
            <a:cxnSpLocks/>
          </p:cNvCxnSpPr>
          <p:nvPr/>
        </p:nvCxnSpPr>
        <p:spPr bwMode="auto">
          <a:xfrm>
            <a:off x="4972182" y="3396008"/>
            <a:ext cx="314079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D2E7D718-0AF4-4781-BD3A-6E948C2E9FFB}"/>
              </a:ext>
            </a:extLst>
          </p:cNvPr>
          <p:cNvCxnSpPr>
            <a:cxnSpLocks/>
          </p:cNvCxnSpPr>
          <p:nvPr/>
        </p:nvCxnSpPr>
        <p:spPr bwMode="auto">
          <a:xfrm>
            <a:off x="7512602" y="2283039"/>
            <a:ext cx="314079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E8038EB7-0D08-4385-BA3D-028FBDB7D576}"/>
              </a:ext>
            </a:extLst>
          </p:cNvPr>
          <p:cNvCxnSpPr>
            <a:cxnSpLocks/>
          </p:cNvCxnSpPr>
          <p:nvPr/>
        </p:nvCxnSpPr>
        <p:spPr bwMode="auto">
          <a:xfrm>
            <a:off x="6736752" y="2283039"/>
            <a:ext cx="452741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23E88538-C734-4D2E-BC3F-AD3AD2C083AD}"/>
              </a:ext>
            </a:extLst>
          </p:cNvPr>
          <p:cNvCxnSpPr>
            <a:cxnSpLocks/>
          </p:cNvCxnSpPr>
          <p:nvPr/>
        </p:nvCxnSpPr>
        <p:spPr bwMode="auto">
          <a:xfrm>
            <a:off x="7512602" y="2768835"/>
            <a:ext cx="314079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5AFD6C57-B52F-4A69-ACF2-EC52EBA99793}"/>
              </a:ext>
            </a:extLst>
          </p:cNvPr>
          <p:cNvCxnSpPr>
            <a:cxnSpLocks/>
          </p:cNvCxnSpPr>
          <p:nvPr/>
        </p:nvCxnSpPr>
        <p:spPr bwMode="auto">
          <a:xfrm>
            <a:off x="6736752" y="2768835"/>
            <a:ext cx="452741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A2D43B7A-89ED-429B-BE5E-7152CE20420E}"/>
              </a:ext>
            </a:extLst>
          </p:cNvPr>
          <p:cNvCxnSpPr>
            <a:cxnSpLocks/>
          </p:cNvCxnSpPr>
          <p:nvPr/>
        </p:nvCxnSpPr>
        <p:spPr bwMode="auto">
          <a:xfrm>
            <a:off x="7512602" y="3407090"/>
            <a:ext cx="314079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E51EDAFC-A2A0-4B19-8F17-13D52816079B}"/>
              </a:ext>
            </a:extLst>
          </p:cNvPr>
          <p:cNvCxnSpPr>
            <a:cxnSpLocks/>
          </p:cNvCxnSpPr>
          <p:nvPr/>
        </p:nvCxnSpPr>
        <p:spPr bwMode="auto">
          <a:xfrm>
            <a:off x="6736752" y="3407090"/>
            <a:ext cx="452741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32">
            <a:extLst>
              <a:ext uri="{FF2B5EF4-FFF2-40B4-BE49-F238E27FC236}">
                <a16:creationId xmlns:a16="http://schemas.microsoft.com/office/drawing/2014/main" id="{32539AAC-FB93-47C1-A71A-71E5E3B92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4072" y="2900948"/>
            <a:ext cx="230832" cy="258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3" name="文本框 84">
            <a:extLst>
              <a:ext uri="{FF2B5EF4-FFF2-40B4-BE49-F238E27FC236}">
                <a16:creationId xmlns:a16="http://schemas.microsoft.com/office/drawing/2014/main" id="{103F0178-1EF9-427E-A46E-9FF866FC8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844" y="1959003"/>
            <a:ext cx="648072" cy="3744857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0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UTU</a:t>
            </a:r>
          </a:p>
        </p:txBody>
      </p: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E185C5E7-8212-4633-B948-ED79178C9A9A}"/>
              </a:ext>
            </a:extLst>
          </p:cNvPr>
          <p:cNvCxnSpPr>
            <a:cxnSpLocks/>
          </p:cNvCxnSpPr>
          <p:nvPr/>
        </p:nvCxnSpPr>
        <p:spPr bwMode="auto">
          <a:xfrm>
            <a:off x="3815916" y="4840027"/>
            <a:ext cx="1470345" cy="0"/>
          </a:xfrm>
          <a:prstGeom prst="line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CA55D9D6-13CE-4EA9-9F37-9F84D86BE275}"/>
              </a:ext>
            </a:extLst>
          </p:cNvPr>
          <p:cNvCxnSpPr>
            <a:cxnSpLocks/>
          </p:cNvCxnSpPr>
          <p:nvPr/>
        </p:nvCxnSpPr>
        <p:spPr bwMode="auto">
          <a:xfrm>
            <a:off x="6719045" y="4555303"/>
            <a:ext cx="314079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流程图: 手动操作 175">
            <a:extLst>
              <a:ext uri="{FF2B5EF4-FFF2-40B4-BE49-F238E27FC236}">
                <a16:creationId xmlns:a16="http://schemas.microsoft.com/office/drawing/2014/main" id="{2F4E1F39-B735-4FCD-8149-BC2A57358251}"/>
              </a:ext>
            </a:extLst>
          </p:cNvPr>
          <p:cNvSpPr/>
          <p:nvPr/>
        </p:nvSpPr>
        <p:spPr bwMode="auto">
          <a:xfrm rot="16200000">
            <a:off x="6648286" y="4752515"/>
            <a:ext cx="937721" cy="180018"/>
          </a:xfrm>
          <a:prstGeom prst="flowChartManualOperation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7" name="流程图: 手动操作 176">
            <a:extLst>
              <a:ext uri="{FF2B5EF4-FFF2-40B4-BE49-F238E27FC236}">
                <a16:creationId xmlns:a16="http://schemas.microsoft.com/office/drawing/2014/main" id="{84FAA1F2-EEC2-40DC-9364-A4C0D074809C}"/>
              </a:ext>
            </a:extLst>
          </p:cNvPr>
          <p:cNvSpPr/>
          <p:nvPr/>
        </p:nvSpPr>
        <p:spPr bwMode="auto">
          <a:xfrm rot="5400000">
            <a:off x="4908372" y="4750018"/>
            <a:ext cx="937721" cy="180018"/>
          </a:xfrm>
          <a:prstGeom prst="flowChartManualOperation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0637E4C3-9472-4760-A6FD-101F17E77721}"/>
              </a:ext>
            </a:extLst>
          </p:cNvPr>
          <p:cNvCxnSpPr>
            <a:cxnSpLocks/>
          </p:cNvCxnSpPr>
          <p:nvPr/>
        </p:nvCxnSpPr>
        <p:spPr bwMode="auto">
          <a:xfrm>
            <a:off x="7207156" y="4828961"/>
            <a:ext cx="314079" cy="0"/>
          </a:xfrm>
          <a:prstGeom prst="line">
            <a:avLst/>
          </a:prstGeom>
          <a:ln w="22225">
            <a:solidFill>
              <a:schemeClr val="tx1"/>
            </a:solidFill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C5830E4B-8B66-4DA8-BDA8-E291205AE50D}"/>
              </a:ext>
            </a:extLst>
          </p:cNvPr>
          <p:cNvCxnSpPr>
            <a:cxnSpLocks/>
          </p:cNvCxnSpPr>
          <p:nvPr/>
        </p:nvCxnSpPr>
        <p:spPr bwMode="auto">
          <a:xfrm>
            <a:off x="5463918" y="4560134"/>
            <a:ext cx="314079" cy="0"/>
          </a:xfrm>
          <a:prstGeom prst="line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7C63EA99-756D-4C81-9BCD-E74679728AED}"/>
              </a:ext>
            </a:extLst>
          </p:cNvPr>
          <p:cNvSpPr txBox="1"/>
          <p:nvPr/>
        </p:nvSpPr>
        <p:spPr bwMode="auto">
          <a:xfrm>
            <a:off x="5838113" y="4429695"/>
            <a:ext cx="34144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en0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694DCF61-4015-4D4B-9EA3-6230C3604959}"/>
              </a:ext>
            </a:extLst>
          </p:cNvPr>
          <p:cNvSpPr txBox="1"/>
          <p:nvPr/>
        </p:nvSpPr>
        <p:spPr bwMode="auto">
          <a:xfrm>
            <a:off x="4101171" y="4579719"/>
            <a:ext cx="31899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twe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F6832803-953E-422A-8769-4DD4CFFCA4FB}"/>
              </a:ext>
            </a:extLst>
          </p:cNvPr>
          <p:cNvSpPr txBox="1"/>
          <p:nvPr/>
        </p:nvSpPr>
        <p:spPr bwMode="auto">
          <a:xfrm>
            <a:off x="4062175" y="3951056"/>
            <a:ext cx="46807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taddr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60B9C855-3CFC-45D7-895C-1924DD8A2EDD}"/>
              </a:ext>
            </a:extLst>
          </p:cNvPr>
          <p:cNvSpPr txBox="1"/>
          <p:nvPr/>
        </p:nvSpPr>
        <p:spPr bwMode="auto">
          <a:xfrm>
            <a:off x="6402201" y="4432192"/>
            <a:ext cx="22762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q0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A7D3C2F0-F72B-4ADC-8347-D34782C063B5}"/>
              </a:ext>
            </a:extLst>
          </p:cNvPr>
          <p:cNvSpPr txBox="1"/>
          <p:nvPr/>
        </p:nvSpPr>
        <p:spPr bwMode="auto">
          <a:xfrm>
            <a:off x="4100592" y="5191523"/>
            <a:ext cx="3302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tdin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DF84D475-825E-4CCA-A99F-886D9406A42F}"/>
              </a:ext>
            </a:extLst>
          </p:cNvPr>
          <p:cNvSpPr txBox="1"/>
          <p:nvPr/>
        </p:nvSpPr>
        <p:spPr bwMode="auto">
          <a:xfrm>
            <a:off x="4055435" y="2007128"/>
            <a:ext cx="45685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tdout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028A365F-0344-4CD5-8ED3-CFCE110996C9}"/>
              </a:ext>
            </a:extLst>
          </p:cNvPr>
          <p:cNvSpPr txBox="1"/>
          <p:nvPr/>
        </p:nvSpPr>
        <p:spPr bwMode="auto">
          <a:xfrm>
            <a:off x="3955437" y="3482652"/>
            <a:ext cx="65242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tclk, rst</a:t>
            </a:r>
          </a:p>
        </p:txBody>
      </p: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9F794663-408A-4577-9ABD-3CB299D51CCE}"/>
              </a:ext>
            </a:extLst>
          </p:cNvPr>
          <p:cNvCxnSpPr>
            <a:cxnSpLocks/>
          </p:cNvCxnSpPr>
          <p:nvPr/>
        </p:nvCxnSpPr>
        <p:spPr bwMode="auto">
          <a:xfrm>
            <a:off x="3815916" y="4219088"/>
            <a:ext cx="1535526" cy="0"/>
          </a:xfrm>
          <a:prstGeom prst="line">
            <a:avLst/>
          </a:prstGeom>
          <a:ln w="22225">
            <a:solidFill>
              <a:schemeClr val="tx1"/>
            </a:solidFill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5AC47162-814F-4091-85AF-21F6046B879A}"/>
              </a:ext>
            </a:extLst>
          </p:cNvPr>
          <p:cNvCxnSpPr>
            <a:cxnSpLocks/>
          </p:cNvCxnSpPr>
          <p:nvPr/>
        </p:nvCxnSpPr>
        <p:spPr bwMode="auto">
          <a:xfrm>
            <a:off x="5357235" y="4213128"/>
            <a:ext cx="0" cy="276443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 w="sm" len="lg"/>
          </a:ln>
          <a:effectLst/>
        </p:spPr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E92A06FF-4B1B-4B80-82FB-9A7332452433}"/>
              </a:ext>
            </a:extLst>
          </p:cNvPr>
          <p:cNvCxnSpPr>
            <a:cxnSpLocks/>
          </p:cNvCxnSpPr>
          <p:nvPr/>
        </p:nvCxnSpPr>
        <p:spPr bwMode="auto">
          <a:xfrm>
            <a:off x="7521235" y="4842523"/>
            <a:ext cx="0" cy="609309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BE1A3C51-2B15-469C-9969-A6A6549047B4}"/>
              </a:ext>
            </a:extLst>
          </p:cNvPr>
          <p:cNvCxnSpPr>
            <a:cxnSpLocks/>
          </p:cNvCxnSpPr>
          <p:nvPr/>
        </p:nvCxnSpPr>
        <p:spPr bwMode="auto">
          <a:xfrm flipH="1">
            <a:off x="3815917" y="5451832"/>
            <a:ext cx="3705318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EFE84EA3-1C0F-4CFA-9272-88734A8E51A9}"/>
              </a:ext>
            </a:extLst>
          </p:cNvPr>
          <p:cNvCxnSpPr>
            <a:cxnSpLocks/>
          </p:cNvCxnSpPr>
          <p:nvPr/>
        </p:nvCxnSpPr>
        <p:spPr bwMode="auto">
          <a:xfrm>
            <a:off x="5351442" y="4219088"/>
            <a:ext cx="1782713" cy="0"/>
          </a:xfrm>
          <a:prstGeom prst="line">
            <a:avLst/>
          </a:prstGeom>
          <a:ln w="22225">
            <a:solidFill>
              <a:schemeClr val="tx1"/>
            </a:solidFill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ECC785DB-99AA-4A8E-8578-719DE9E9C1E6}"/>
              </a:ext>
            </a:extLst>
          </p:cNvPr>
          <p:cNvCxnSpPr>
            <a:cxnSpLocks/>
          </p:cNvCxnSpPr>
          <p:nvPr/>
        </p:nvCxnSpPr>
        <p:spPr bwMode="auto">
          <a:xfrm>
            <a:off x="7134155" y="4213128"/>
            <a:ext cx="0" cy="27873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658DAF58-F56E-4EBD-B0E7-46740DC4355C}"/>
              </a:ext>
            </a:extLst>
          </p:cNvPr>
          <p:cNvCxnSpPr>
            <a:cxnSpLocks/>
          </p:cNvCxnSpPr>
          <p:nvPr/>
        </p:nvCxnSpPr>
        <p:spPr bwMode="auto">
          <a:xfrm>
            <a:off x="6727038" y="4749058"/>
            <a:ext cx="314079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A5A1FC63-8639-42EF-8E13-5F4DCCEDD196}"/>
              </a:ext>
            </a:extLst>
          </p:cNvPr>
          <p:cNvCxnSpPr>
            <a:cxnSpLocks/>
          </p:cNvCxnSpPr>
          <p:nvPr/>
        </p:nvCxnSpPr>
        <p:spPr bwMode="auto">
          <a:xfrm>
            <a:off x="5471911" y="4753889"/>
            <a:ext cx="314079" cy="0"/>
          </a:xfrm>
          <a:prstGeom prst="line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3D2BEE87-66AF-454D-AAD8-0FDF554F5221}"/>
              </a:ext>
            </a:extLst>
          </p:cNvPr>
          <p:cNvSpPr txBox="1"/>
          <p:nvPr/>
        </p:nvSpPr>
        <p:spPr bwMode="auto">
          <a:xfrm>
            <a:off x="5846106" y="4623450"/>
            <a:ext cx="34144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en1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86EFCBE1-9F88-44F2-AA4D-D6A16EB6DFE7}"/>
              </a:ext>
            </a:extLst>
          </p:cNvPr>
          <p:cNvSpPr txBox="1"/>
          <p:nvPr/>
        </p:nvSpPr>
        <p:spPr bwMode="auto">
          <a:xfrm>
            <a:off x="6410194" y="4625947"/>
            <a:ext cx="22762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q1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1C41B706-3F43-4C93-8308-087897317057}"/>
              </a:ext>
            </a:extLst>
          </p:cNvPr>
          <p:cNvCxnSpPr>
            <a:cxnSpLocks/>
          </p:cNvCxnSpPr>
          <p:nvPr/>
        </p:nvCxnSpPr>
        <p:spPr bwMode="auto">
          <a:xfrm>
            <a:off x="6736752" y="4953185"/>
            <a:ext cx="314079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941906DF-383E-4534-B6AB-0996CB3A26DC}"/>
              </a:ext>
            </a:extLst>
          </p:cNvPr>
          <p:cNvCxnSpPr>
            <a:cxnSpLocks/>
          </p:cNvCxnSpPr>
          <p:nvPr/>
        </p:nvCxnSpPr>
        <p:spPr bwMode="auto">
          <a:xfrm>
            <a:off x="5481625" y="4958016"/>
            <a:ext cx="314079" cy="0"/>
          </a:xfrm>
          <a:prstGeom prst="line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文本框 198">
            <a:extLst>
              <a:ext uri="{FF2B5EF4-FFF2-40B4-BE49-F238E27FC236}">
                <a16:creationId xmlns:a16="http://schemas.microsoft.com/office/drawing/2014/main" id="{3A7D5AAE-85E9-4AFF-ADAC-69854383B310}"/>
              </a:ext>
            </a:extLst>
          </p:cNvPr>
          <p:cNvSpPr txBox="1"/>
          <p:nvPr/>
        </p:nvSpPr>
        <p:spPr bwMode="auto">
          <a:xfrm>
            <a:off x="5839006" y="4827577"/>
            <a:ext cx="34144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en2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A7BD7258-5AD6-4247-92F9-20D79B979544}"/>
              </a:ext>
            </a:extLst>
          </p:cNvPr>
          <p:cNvSpPr txBox="1"/>
          <p:nvPr/>
        </p:nvSpPr>
        <p:spPr bwMode="auto">
          <a:xfrm>
            <a:off x="6419908" y="4830074"/>
            <a:ext cx="22762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q2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201" name="TextBox 32">
            <a:extLst>
              <a:ext uri="{FF2B5EF4-FFF2-40B4-BE49-F238E27FC236}">
                <a16:creationId xmlns:a16="http://schemas.microsoft.com/office/drawing/2014/main" id="{067B93FE-8A4F-4F73-A546-BE2C3BF1B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2346" y="4994180"/>
            <a:ext cx="230832" cy="207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2" name="TextBox 32">
            <a:extLst>
              <a:ext uri="{FF2B5EF4-FFF2-40B4-BE49-F238E27FC236}">
                <a16:creationId xmlns:a16="http://schemas.microsoft.com/office/drawing/2014/main" id="{999F8ED4-6B25-471A-A368-73D7B81ED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6472" y="4996677"/>
            <a:ext cx="230832" cy="207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A17423F8-9ADF-4EDC-9678-A2255F2FBB7A}"/>
              </a:ext>
            </a:extLst>
          </p:cNvPr>
          <p:cNvCxnSpPr>
            <a:cxnSpLocks/>
          </p:cNvCxnSpPr>
          <p:nvPr/>
        </p:nvCxnSpPr>
        <p:spPr bwMode="auto">
          <a:xfrm>
            <a:off x="4968972" y="2283039"/>
            <a:ext cx="0" cy="1112969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9697463B-7288-4306-8364-B4D14633BE68}"/>
              </a:ext>
            </a:extLst>
          </p:cNvPr>
          <p:cNvCxnSpPr>
            <a:cxnSpLocks/>
          </p:cNvCxnSpPr>
          <p:nvPr/>
        </p:nvCxnSpPr>
        <p:spPr bwMode="auto">
          <a:xfrm>
            <a:off x="3815916" y="3758256"/>
            <a:ext cx="2272886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1E4E780D-4EAB-41C2-A79B-25A974078B89}"/>
              </a:ext>
            </a:extLst>
          </p:cNvPr>
          <p:cNvCxnSpPr>
            <a:cxnSpLocks/>
          </p:cNvCxnSpPr>
          <p:nvPr/>
        </p:nvCxnSpPr>
        <p:spPr bwMode="auto">
          <a:xfrm>
            <a:off x="2735373" y="2268907"/>
            <a:ext cx="452741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文本框 205">
            <a:extLst>
              <a:ext uri="{FF2B5EF4-FFF2-40B4-BE49-F238E27FC236}">
                <a16:creationId xmlns:a16="http://schemas.microsoft.com/office/drawing/2014/main" id="{32BDED0F-72B4-4C0F-9145-43928E755F9A}"/>
              </a:ext>
            </a:extLst>
          </p:cNvPr>
          <p:cNvSpPr txBox="1"/>
          <p:nvPr/>
        </p:nvSpPr>
        <p:spPr bwMode="auto">
          <a:xfrm>
            <a:off x="2561447" y="2133600"/>
            <a:ext cx="10259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x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D6861142-4FAD-4070-8D13-71A504B03DF1}"/>
              </a:ext>
            </a:extLst>
          </p:cNvPr>
          <p:cNvCxnSpPr>
            <a:cxnSpLocks/>
          </p:cNvCxnSpPr>
          <p:nvPr/>
        </p:nvCxnSpPr>
        <p:spPr bwMode="auto">
          <a:xfrm>
            <a:off x="2715673" y="3553553"/>
            <a:ext cx="449853" cy="0"/>
          </a:xfrm>
          <a:prstGeom prst="line">
            <a:avLst/>
          </a:prstGeom>
          <a:ln w="22225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347ADB2B-CDC8-4D44-9871-264834B1D9A7}"/>
              </a:ext>
            </a:extLst>
          </p:cNvPr>
          <p:cNvCxnSpPr>
            <a:cxnSpLocks/>
          </p:cNvCxnSpPr>
          <p:nvPr/>
        </p:nvCxnSpPr>
        <p:spPr bwMode="auto">
          <a:xfrm>
            <a:off x="2698769" y="4539074"/>
            <a:ext cx="452741" cy="0"/>
          </a:xfrm>
          <a:prstGeom prst="line">
            <a:avLst/>
          </a:prstGeom>
          <a:ln w="22225">
            <a:solidFill>
              <a:schemeClr val="tx1"/>
            </a:solidFill>
            <a:headEnd type="triangle" w="sm" len="lg"/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文本框 208">
            <a:extLst>
              <a:ext uri="{FF2B5EF4-FFF2-40B4-BE49-F238E27FC236}">
                <a16:creationId xmlns:a16="http://schemas.microsoft.com/office/drawing/2014/main" id="{5A913D3A-4404-4DA5-A78F-1D7644040A03}"/>
              </a:ext>
            </a:extLst>
          </p:cNvPr>
          <p:cNvSpPr txBox="1"/>
          <p:nvPr/>
        </p:nvSpPr>
        <p:spPr bwMode="auto">
          <a:xfrm>
            <a:off x="2180931" y="4417335"/>
            <a:ext cx="46807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taddr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71D287D5-9837-48BA-946F-8BDF5EAA478F}"/>
              </a:ext>
            </a:extLst>
          </p:cNvPr>
          <p:cNvCxnSpPr>
            <a:cxnSpLocks/>
          </p:cNvCxnSpPr>
          <p:nvPr/>
        </p:nvCxnSpPr>
        <p:spPr bwMode="auto">
          <a:xfrm>
            <a:off x="2718058" y="4845204"/>
            <a:ext cx="452741" cy="0"/>
          </a:xfrm>
          <a:prstGeom prst="line">
            <a:avLst/>
          </a:prstGeom>
          <a:ln w="22225">
            <a:solidFill>
              <a:schemeClr val="tx1"/>
            </a:solidFill>
            <a:headEnd type="triangle" w="sm" len="lg"/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文本框 210">
            <a:extLst>
              <a:ext uri="{FF2B5EF4-FFF2-40B4-BE49-F238E27FC236}">
                <a16:creationId xmlns:a16="http://schemas.microsoft.com/office/drawing/2014/main" id="{83A26CDB-98A4-4F49-9B38-91791B780BEC}"/>
              </a:ext>
            </a:extLst>
          </p:cNvPr>
          <p:cNvSpPr txBox="1"/>
          <p:nvPr/>
        </p:nvSpPr>
        <p:spPr bwMode="auto">
          <a:xfrm>
            <a:off x="2239097" y="4714501"/>
            <a:ext cx="39914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data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213" name="TextBox 34">
            <a:extLst>
              <a:ext uri="{FF2B5EF4-FFF2-40B4-BE49-F238E27FC236}">
                <a16:creationId xmlns:a16="http://schemas.microsoft.com/office/drawing/2014/main" id="{6DC71C0D-3419-42DA-9E1A-581CD0708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72" y="2124816"/>
            <a:ext cx="7982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(sw15-0)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4" name="TextBox 34">
            <a:extLst>
              <a:ext uri="{FF2B5EF4-FFF2-40B4-BE49-F238E27FC236}">
                <a16:creationId xmlns:a16="http://schemas.microsoft.com/office/drawing/2014/main" id="{7C39F0B7-C761-4CD6-B089-EB26D35F7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8844" y="2514474"/>
            <a:ext cx="42319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(btn)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5" name="TextBox 34">
            <a:extLst>
              <a:ext uri="{FF2B5EF4-FFF2-40B4-BE49-F238E27FC236}">
                <a16:creationId xmlns:a16="http://schemas.microsoft.com/office/drawing/2014/main" id="{4259C1E7-7267-4256-86F6-28ECD22E0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5790" y="4427346"/>
            <a:ext cx="82073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(led15-0)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6" name="TextBox 34">
            <a:extLst>
              <a:ext uri="{FF2B5EF4-FFF2-40B4-BE49-F238E27FC236}">
                <a16:creationId xmlns:a16="http://schemas.microsoft.com/office/drawing/2014/main" id="{A44D1A97-27D1-4166-9086-263146838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449" y="4706933"/>
            <a:ext cx="69730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(an, </a:t>
            </a:r>
            <a:r>
              <a:rPr lang="en-US" altLang="zh-CN" sz="16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008F5B70-659C-4DA3-A372-42D3FAA23B08}"/>
              </a:ext>
            </a:extLst>
          </p:cNvPr>
          <p:cNvCxnSpPr>
            <a:cxnSpLocks/>
          </p:cNvCxnSpPr>
          <p:nvPr/>
        </p:nvCxnSpPr>
        <p:spPr bwMode="auto">
          <a:xfrm>
            <a:off x="2726042" y="5140700"/>
            <a:ext cx="452741" cy="0"/>
          </a:xfrm>
          <a:prstGeom prst="line">
            <a:avLst/>
          </a:prstGeom>
          <a:ln w="22225">
            <a:solidFill>
              <a:schemeClr val="tx1"/>
            </a:solidFill>
            <a:headEnd type="triangle" w="sm" len="lg"/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A760A0EC-558E-4B17-AE0A-B3995E5D1FA8}"/>
              </a:ext>
            </a:extLst>
          </p:cNvPr>
          <p:cNvSpPr txBox="1"/>
          <p:nvPr/>
        </p:nvSpPr>
        <p:spPr bwMode="auto">
          <a:xfrm>
            <a:off x="2316010" y="5009997"/>
            <a:ext cx="3302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flag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sp>
        <p:nvSpPr>
          <p:cNvPr id="119" name="TextBox 34">
            <a:extLst>
              <a:ext uri="{FF2B5EF4-FFF2-40B4-BE49-F238E27FC236}">
                <a16:creationId xmlns:a16="http://schemas.microsoft.com/office/drawing/2014/main" id="{8F278C0D-955F-488D-B775-B922C81E0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158" y="5002429"/>
            <a:ext cx="6379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16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led17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01008733-3FCE-48E2-9E5D-8C1C56808A61}"/>
              </a:ext>
            </a:extLst>
          </p:cNvPr>
          <p:cNvCxnSpPr>
            <a:cxnSpLocks/>
          </p:cNvCxnSpPr>
          <p:nvPr/>
        </p:nvCxnSpPr>
        <p:spPr bwMode="auto">
          <a:xfrm>
            <a:off x="2726042" y="5450618"/>
            <a:ext cx="452741" cy="0"/>
          </a:xfrm>
          <a:prstGeom prst="line">
            <a:avLst/>
          </a:prstGeom>
          <a:ln w="19050">
            <a:solidFill>
              <a:schemeClr val="tx1"/>
            </a:solidFill>
            <a:headEnd type="none"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BDF6C44F-50ED-4487-8565-E252A525AFDF}"/>
              </a:ext>
            </a:extLst>
          </p:cNvPr>
          <p:cNvSpPr txBox="1"/>
          <p:nvPr/>
        </p:nvSpPr>
        <p:spPr bwMode="auto">
          <a:xfrm>
            <a:off x="1937702" y="5319915"/>
            <a:ext cx="7085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clk, rstn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B97D03E0-081C-4E72-9133-C22BF0EBD09C}"/>
              </a:ext>
            </a:extLst>
          </p:cNvPr>
          <p:cNvCxnSpPr>
            <a:cxnSpLocks/>
          </p:cNvCxnSpPr>
          <p:nvPr/>
        </p:nvCxnSpPr>
        <p:spPr bwMode="auto">
          <a:xfrm>
            <a:off x="4336123" y="2950815"/>
            <a:ext cx="425355" cy="0"/>
          </a:xfrm>
          <a:prstGeom prst="line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9ABF70C5-4060-4FCC-97BC-EE9055311D19}"/>
              </a:ext>
            </a:extLst>
          </p:cNvPr>
          <p:cNvSpPr txBox="1"/>
          <p:nvPr/>
        </p:nvSpPr>
        <p:spPr bwMode="auto">
          <a:xfrm>
            <a:off x="4037469" y="2816693"/>
            <a:ext cx="25006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sz="1600">
                <a:cs typeface="Arial" panose="020B0604020202020204" pitchFamily="34" charset="0"/>
              </a:rPr>
              <a:t>clk</a:t>
            </a:r>
            <a:endParaRPr lang="zh-CN" altLang="en-US" sz="16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/>
      <p:bldP spid="1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9ADCF-37C3-49E2-8D11-1FC85941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乘法器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54D75-5C74-4949-A1F6-51415FEFF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6418632" cy="4605291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/>
              <a:t>设计</a:t>
            </a:r>
            <a:r>
              <a:rPr lang="en-US" altLang="zh-CN" sz="2400"/>
              <a:t>32</a:t>
            </a:r>
            <a:r>
              <a:rPr lang="zh-CN" altLang="en-US" sz="2400"/>
              <a:t>位无符号数乘法器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 sz="2000" kern="100">
                <a:solidFill>
                  <a:srgbClr val="000000"/>
                </a:solidFill>
              </a:rPr>
              <a:t>两种实现方式：</a:t>
            </a:r>
            <a:r>
              <a:rPr lang="zh-CN" altLang="en-US" sz="2000"/>
              <a:t>串行进位加法、保留进位加法</a:t>
            </a:r>
            <a:endParaRPr lang="en-US" altLang="zh-CN" sz="2000" kern="100">
              <a:solidFill>
                <a:srgbClr val="000000"/>
              </a:solidFill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 sz="2000" kern="100">
                <a:solidFill>
                  <a:srgbClr val="000000"/>
                </a:solidFill>
              </a:rPr>
              <a:t>比较电路资源和性能</a:t>
            </a:r>
            <a:endParaRPr lang="en-US" altLang="zh-CN" sz="2000" kern="100">
              <a:solidFill>
                <a:srgbClr val="000000"/>
              </a:solidFill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 sz="2000"/>
              <a:t>下载测试</a:t>
            </a:r>
            <a:endParaRPr lang="en-US" altLang="zh-CN" sz="200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zh-CN" altLang="en-US" sz="2400"/>
              <a:t>可选</a:t>
            </a:r>
            <a:endParaRPr lang="en-US" altLang="zh-CN" sz="2400"/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 sz="2000"/>
              <a:t>设计</a:t>
            </a:r>
            <a:r>
              <a:rPr lang="en-US" altLang="zh-CN" sz="2000"/>
              <a:t>32</a:t>
            </a:r>
            <a:r>
              <a:rPr lang="zh-CN" altLang="en-US" sz="2000"/>
              <a:t>位有符号数乘法器</a:t>
            </a:r>
            <a:endParaRPr lang="en-US" altLang="zh-CN" sz="2000"/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 sz="2000"/>
              <a:t>优化电路性能</a:t>
            </a:r>
            <a:endParaRPr lang="en-US" altLang="zh-CN" sz="2000"/>
          </a:p>
          <a:p>
            <a:pPr lvl="1">
              <a:spcBef>
                <a:spcPts val="0"/>
              </a:spcBef>
              <a:spcAft>
                <a:spcPts val="1200"/>
              </a:spcAft>
            </a:pPr>
            <a:endParaRPr lang="zh-CN" altLang="en-US" sz="200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0A2300-4B8C-493E-B25E-C5825368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2022-4-6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1D5C1F-B8C0-49D7-9886-504A8D2CB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2022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(H)</a:t>
            </a:r>
            <a:r>
              <a:rPr lang="zh-CN" altLang="en-US"/>
              <a:t>实验 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7F0506-F3DF-481F-A259-027271A0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E3ACD-97DE-422D-AABB-B49A3A52602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4F6D59A-0B0F-4EFD-9BC5-779536418DC6}"/>
              </a:ext>
            </a:extLst>
          </p:cNvPr>
          <p:cNvGrpSpPr/>
          <p:nvPr/>
        </p:nvGrpSpPr>
        <p:grpSpPr>
          <a:xfrm>
            <a:off x="6732240" y="2225541"/>
            <a:ext cx="1323259" cy="1215003"/>
            <a:chOff x="6948264" y="2644474"/>
            <a:chExt cx="1323259" cy="1215003"/>
          </a:xfrm>
        </p:grpSpPr>
        <p:sp>
          <p:nvSpPr>
            <p:cNvPr id="8" name="文本框 51">
              <a:extLst>
                <a:ext uri="{FF2B5EF4-FFF2-40B4-BE49-F238E27FC236}">
                  <a16:creationId xmlns:a16="http://schemas.microsoft.com/office/drawing/2014/main" id="{A748986E-591F-4811-98CD-3115B7ABA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9293" y="2644474"/>
              <a:ext cx="821028" cy="121500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</a:t>
              </a:r>
              <a:endPara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32">
              <a:extLst>
                <a:ext uri="{FF2B5EF4-FFF2-40B4-BE49-F238E27FC236}">
                  <a16:creationId xmlns:a16="http://schemas.microsoft.com/office/drawing/2014/main" id="{62E1CDFC-9782-4D77-B6E9-0BFB1AF40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5312" y="2978433"/>
              <a:ext cx="11381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2AA9F2C-2583-453C-9ADD-8AB26C23751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48264" y="3157152"/>
              <a:ext cx="246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32">
              <a:extLst>
                <a:ext uri="{FF2B5EF4-FFF2-40B4-BE49-F238E27FC236}">
                  <a16:creationId xmlns:a16="http://schemas.microsoft.com/office/drawing/2014/main" id="{5CA99DF7-6940-4C25-8FD1-58AF56B11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2144" y="2966762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1991A61-961E-49AF-9DB5-B59012BFF11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09665" y="3154697"/>
              <a:ext cx="26185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32">
              <a:extLst>
                <a:ext uri="{FF2B5EF4-FFF2-40B4-BE49-F238E27FC236}">
                  <a16:creationId xmlns:a16="http://schemas.microsoft.com/office/drawing/2014/main" id="{2341D047-3861-4BB2-8858-3F188B3C4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5312" y="3354892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D648085-7318-42F0-B1F0-B955F9D8FAF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48264" y="3533611"/>
              <a:ext cx="246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32">
              <a:extLst>
                <a:ext uri="{FF2B5EF4-FFF2-40B4-BE49-F238E27FC236}">
                  <a16:creationId xmlns:a16="http://schemas.microsoft.com/office/drawing/2014/main" id="{DD1A45E5-9888-493F-A500-7F9D1009C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2144" y="3343221"/>
              <a:ext cx="705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7507D095-B670-4E0F-B56B-A1C86272B7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09665" y="3531156"/>
              <a:ext cx="26185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B1BDE98D-55A4-46A3-BC68-BBED15A7E252}"/>
              </a:ext>
            </a:extLst>
          </p:cNvPr>
          <p:cNvSpPr/>
          <p:nvPr/>
        </p:nvSpPr>
        <p:spPr>
          <a:xfrm>
            <a:off x="4572000" y="3681028"/>
            <a:ext cx="3920982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 </a:t>
            </a:r>
            <a:r>
              <a:rPr lang="en-US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</a:p>
          <a:p>
            <a:pPr marL="26670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input [</a:t>
            </a:r>
            <a:r>
              <a:rPr lang="en-US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31:0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 a,     //</a:t>
            </a:r>
            <a:r>
              <a:rPr lang="zh-CN" altLang="en-US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被乘</a:t>
            </a:r>
            <a:r>
              <a:rPr kumimoji="0" lang="zh-CN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</a:t>
            </a:r>
            <a:endParaRPr kumimoji="0" lang="en-US" altLang="zh-CN" sz="2000" b="0" i="0" u="none" strike="noStrike" kern="1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lvl="0" algn="just">
              <a:spcAft>
                <a:spcPts val="600"/>
              </a:spcAft>
              <a:defRPr/>
            </a:pPr>
            <a:r>
              <a:rPr lang="en-US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input [31:0] b,     //</a:t>
            </a:r>
            <a:r>
              <a:rPr lang="zh-CN" altLang="en-US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乘</a:t>
            </a:r>
            <a:r>
              <a:rPr lang="zh-CN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endParaRPr lang="en-US" altLang="zh-CN" sz="2000" kern="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algn="just">
              <a:spcAft>
                <a:spcPts val="600"/>
              </a:spcAft>
              <a:defRPr/>
            </a:pPr>
            <a:r>
              <a:rPr lang="en-US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output [31:0] l,    //</a:t>
            </a:r>
            <a:r>
              <a:rPr lang="zh-CN" altLang="en-US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积低</a:t>
            </a:r>
            <a:r>
              <a:rPr lang="en-US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lang="en-US" altLang="zh-CN" sz="2000" kern="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[</a:t>
            </a:r>
            <a:r>
              <a:rPr lang="en-US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1:0] h    //</a:t>
            </a:r>
            <a:r>
              <a:rPr lang="zh-CN" altLang="en-US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积高</a:t>
            </a:r>
            <a:r>
              <a:rPr lang="en-US" altLang="zh-CN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2000" kern="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kumimoji="0" lang="en-US" altLang="zh-CN" sz="2000" b="0" i="0" u="none" strike="noStrike" kern="1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marR="0" lvl="0" indent="-1588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kumimoji="0" lang="zh-CN" altLang="zh-CN" sz="1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96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B532B4D-B102-4DEF-88F2-35259B31A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示例：</a:t>
            </a:r>
            <a:r>
              <a:rPr lang="en-US" altLang="zh-CN"/>
              <a:t>4</a:t>
            </a:r>
            <a:r>
              <a:rPr lang="zh-CN" altLang="en-US"/>
              <a:t>位无符号数乘法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08FEEAF6-3FAF-4CC8-867E-691AC92C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6A292D-EE0C-4EC1-8099-958F49C1D86E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页脚占位符 1">
            <a:extLst>
              <a:ext uri="{FF2B5EF4-FFF2-40B4-BE49-F238E27FC236}">
                <a16:creationId xmlns:a16="http://schemas.microsoft.com/office/drawing/2014/main" id="{1C181170-66E0-4CA5-B91D-1192E51BB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数字逻辑设计进阶实验</a:t>
            </a:r>
          </a:p>
        </p:txBody>
      </p:sp>
      <p:sp>
        <p:nvSpPr>
          <p:cNvPr id="96" name="日期占位符 3">
            <a:extLst>
              <a:ext uri="{FF2B5EF4-FFF2-40B4-BE49-F238E27FC236}">
                <a16:creationId xmlns:a16="http://schemas.microsoft.com/office/drawing/2014/main" id="{3946BCBE-ECDE-4154-9753-65627064314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29E1AD-1D79-4E5F-827B-AF978A182FE6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2025/10/27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B667D3B-2E04-4A0E-B318-CF5C81B5F319}"/>
              </a:ext>
            </a:extLst>
          </p:cNvPr>
          <p:cNvGrpSpPr/>
          <p:nvPr/>
        </p:nvGrpSpPr>
        <p:grpSpPr>
          <a:xfrm>
            <a:off x="733162" y="2132857"/>
            <a:ext cx="7655262" cy="3196677"/>
            <a:chOff x="625150" y="2506082"/>
            <a:chExt cx="7655262" cy="282345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A6AD8AA-B69D-443B-A3AF-850DD1AE0AE7}"/>
                </a:ext>
              </a:extLst>
            </p:cNvPr>
            <p:cNvSpPr txBox="1"/>
            <p:nvPr/>
          </p:nvSpPr>
          <p:spPr bwMode="auto">
            <a:xfrm>
              <a:off x="3748363" y="2635043"/>
              <a:ext cx="264174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ctr" anchorCtr="1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+mn-ea"/>
                  <a:ea typeface="+mn-ea"/>
                  <a:cs typeface="Arial" panose="020B0604020202020204" pitchFamily="34" charset="0"/>
                </a:rPr>
                <a:t>a3          a2          a1          a0</a:t>
              </a:r>
              <a:endParaRPr lang="zh-CN" altLang="en-US" sz="1600" dirty="0"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38406B6-E45F-4F7A-8699-527CFF505ACC}"/>
                </a:ext>
              </a:extLst>
            </p:cNvPr>
            <p:cNvSpPr txBox="1"/>
            <p:nvPr/>
          </p:nvSpPr>
          <p:spPr bwMode="auto">
            <a:xfrm>
              <a:off x="3760960" y="3031087"/>
              <a:ext cx="264174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ctr" anchorCtr="1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+mn-ea"/>
                  <a:ea typeface="+mn-ea"/>
                  <a:cs typeface="Arial" panose="020B0604020202020204" pitchFamily="34" charset="0"/>
                </a:rPr>
                <a:t>b3          b2          b1          b0</a:t>
              </a:r>
              <a:endParaRPr lang="zh-CN" altLang="en-US" sz="1600" dirty="0"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1BF90CD-EB16-4EA0-B7BC-0B7165E3ECBF}"/>
                </a:ext>
              </a:extLst>
            </p:cNvPr>
            <p:cNvSpPr txBox="1"/>
            <p:nvPr/>
          </p:nvSpPr>
          <p:spPr bwMode="auto">
            <a:xfrm>
              <a:off x="3591549" y="3500300"/>
              <a:ext cx="291746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ctr" anchorCtr="1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+mn-ea"/>
                  <a:ea typeface="+mn-ea"/>
                  <a:cs typeface="Arial" panose="020B0604020202020204" pitchFamily="34" charset="0"/>
                </a:rPr>
                <a:t>a3 b0     a2 b0     a1 b0     a0 b0</a:t>
              </a:r>
              <a:endParaRPr lang="zh-CN" altLang="en-US" sz="1600" dirty="0"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E98A63A-BD24-46FB-9306-34F0AB591237}"/>
                </a:ext>
              </a:extLst>
            </p:cNvPr>
            <p:cNvSpPr txBox="1"/>
            <p:nvPr/>
          </p:nvSpPr>
          <p:spPr bwMode="auto">
            <a:xfrm>
              <a:off x="2802309" y="3859179"/>
              <a:ext cx="291746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ctr" anchorCtr="1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+mn-ea"/>
                  <a:ea typeface="+mn-ea"/>
                  <a:cs typeface="Arial" panose="020B0604020202020204" pitchFamily="34" charset="0"/>
                </a:rPr>
                <a:t>a3 b1     a2 b1     a1 b1     a0 b1</a:t>
              </a:r>
              <a:endParaRPr lang="zh-CN" altLang="en-US" sz="1600" dirty="0"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50075C9-1345-486C-84FF-A84CE1A8B5F0}"/>
                </a:ext>
              </a:extLst>
            </p:cNvPr>
            <p:cNvSpPr txBox="1"/>
            <p:nvPr/>
          </p:nvSpPr>
          <p:spPr bwMode="auto">
            <a:xfrm>
              <a:off x="2010221" y="4221716"/>
              <a:ext cx="291746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ctr" anchorCtr="1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+mn-ea"/>
                  <a:ea typeface="+mn-ea"/>
                  <a:cs typeface="Arial" panose="020B0604020202020204" pitchFamily="34" charset="0"/>
                </a:rPr>
                <a:t>a3 b2     a2 b2     a1 b2     a0 b2</a:t>
              </a:r>
              <a:endParaRPr lang="zh-CN" altLang="en-US" sz="1600" dirty="0"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7F24C96-89E7-41BC-B6B2-E8CEACB7D412}"/>
                </a:ext>
              </a:extLst>
            </p:cNvPr>
            <p:cNvSpPr txBox="1"/>
            <p:nvPr/>
          </p:nvSpPr>
          <p:spPr bwMode="auto">
            <a:xfrm>
              <a:off x="1218133" y="4617329"/>
              <a:ext cx="291746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ctr" anchorCtr="1">
              <a:spAutoFit/>
            </a:bodyPr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+mn-ea"/>
                  <a:ea typeface="+mn-ea"/>
                  <a:cs typeface="Arial" panose="020B0604020202020204" pitchFamily="34" charset="0"/>
                </a:rPr>
                <a:t>a3 b3     a2 b3     a1 b3     a0 b3</a:t>
              </a:r>
              <a:endParaRPr lang="zh-CN" altLang="en-US" sz="1600" dirty="0"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F98BFB0-BF79-4366-888C-0228CB840E0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70361" y="3394766"/>
              <a:ext cx="333151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32">
              <a:extLst>
                <a:ext uri="{FF2B5EF4-FFF2-40B4-BE49-F238E27FC236}">
                  <a16:creationId xmlns:a16="http://schemas.microsoft.com/office/drawing/2014/main" id="{2114374D-80B0-4EB6-B32D-140D5671A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3986" y="2995083"/>
              <a:ext cx="181200" cy="318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+mn-ea"/>
                  <a:ea typeface="+mn-ea"/>
                  <a:cs typeface="Times New Roman" panose="02020603050405020304" pitchFamily="18" charset="0"/>
                </a:rPr>
                <a:t>Ⅹ</a:t>
              </a:r>
              <a:endParaRPr lang="zh-CN" altLang="en-US" sz="14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1F71C05-6E8B-4CFC-8305-32264D5B4A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5150" y="4975304"/>
              <a:ext cx="591223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9A6F6CA-BC14-4636-A682-12AF06AB3DA9}"/>
                </a:ext>
              </a:extLst>
            </p:cNvPr>
            <p:cNvSpPr txBox="1"/>
            <p:nvPr/>
          </p:nvSpPr>
          <p:spPr bwMode="auto">
            <a:xfrm>
              <a:off x="625150" y="5083316"/>
              <a:ext cx="576600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ctr" anchorCtr="1">
              <a:spAutoFit/>
            </a:bodyPr>
            <a:lstStyle/>
            <a:p>
              <a:pPr algn="r" eaLnBrk="1" hangingPunct="1"/>
              <a:r>
                <a:rPr lang="en-US" altLang="zh-CN" sz="1600">
                  <a:latin typeface="+mn-ea"/>
                  <a:cs typeface="Arial" panose="020B0604020202020204" pitchFamily="34" charset="0"/>
                </a:rPr>
                <a:t>p7        p6          p5          p4         </a:t>
              </a:r>
              <a:r>
                <a:rPr lang="en-US" altLang="zh-CN" sz="1600">
                  <a:latin typeface="+mn-ea"/>
                  <a:ea typeface="+mn-ea"/>
                  <a:cs typeface="Arial" panose="020B0604020202020204" pitchFamily="34" charset="0"/>
                </a:rPr>
                <a:t>p3          p2          p1          p0</a:t>
              </a:r>
              <a:endParaRPr lang="zh-CN" altLang="en-US" sz="1600" dirty="0"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3" name="TextBox 32">
              <a:extLst>
                <a:ext uri="{FF2B5EF4-FFF2-40B4-BE49-F238E27FC236}">
                  <a16:creationId xmlns:a16="http://schemas.microsoft.com/office/drawing/2014/main" id="{7E55A032-EDA8-4B53-8723-CA7F0803A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102" y="2506082"/>
              <a:ext cx="1170742" cy="434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+mn-ea"/>
                  <a:ea typeface="+mn-ea"/>
                  <a:cs typeface="Times New Roman" panose="02020603050405020304" pitchFamily="18" charset="0"/>
                </a:rPr>
                <a:t>Mulplicand </a:t>
              </a:r>
              <a:r>
                <a:rPr lang="zh-CN" altLang="en-US" sz="1600">
                  <a:latin typeface="+mn-ea"/>
                  <a:ea typeface="+mn-ea"/>
                  <a:cs typeface="Times New Roman" panose="02020603050405020304" pitchFamily="18" charset="0"/>
                </a:rPr>
                <a:t>被乘数</a:t>
              </a:r>
              <a:endParaRPr lang="zh-CN" altLang="en-US" sz="16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32">
              <a:extLst>
                <a:ext uri="{FF2B5EF4-FFF2-40B4-BE49-F238E27FC236}">
                  <a16:creationId xmlns:a16="http://schemas.microsoft.com/office/drawing/2014/main" id="{8122F2C2-7A0A-426B-BECB-9953251E3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6455" y="2951287"/>
              <a:ext cx="963755" cy="434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+mn-ea"/>
                  <a:ea typeface="+mn-ea"/>
                  <a:cs typeface="Times New Roman" panose="02020603050405020304" pitchFamily="18" charset="0"/>
                </a:rPr>
                <a:t>Multiplier</a:t>
              </a:r>
              <a:r>
                <a:rPr lang="zh-CN" altLang="en-US" sz="1600">
                  <a:latin typeface="+mn-ea"/>
                  <a:ea typeface="+mn-ea"/>
                  <a:cs typeface="Times New Roman" panose="02020603050405020304" pitchFamily="18" charset="0"/>
                </a:rPr>
                <a:t>乘数</a:t>
              </a:r>
              <a:endParaRPr lang="zh-CN" altLang="en-US" sz="16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32">
              <a:extLst>
                <a:ext uri="{FF2B5EF4-FFF2-40B4-BE49-F238E27FC236}">
                  <a16:creationId xmlns:a16="http://schemas.microsoft.com/office/drawing/2014/main" id="{1D4D8413-3987-4DF1-84C1-DD95978D4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5492" y="3955823"/>
              <a:ext cx="134492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sz="1600">
                  <a:latin typeface="+mn-ea"/>
                  <a:ea typeface="+mn-ea"/>
                  <a:cs typeface="Times New Roman" panose="02020603050405020304" pitchFamily="18" charset="0"/>
                </a:rPr>
                <a:t>Partial Product</a:t>
              </a:r>
              <a:endParaRPr lang="zh-CN" altLang="en-US" sz="160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>
                  <a:latin typeface="+mn-ea"/>
                  <a:ea typeface="+mn-ea"/>
                  <a:cs typeface="Times New Roman" panose="02020603050405020304" pitchFamily="18" charset="0"/>
                </a:rPr>
                <a:t>部分积</a:t>
              </a:r>
              <a:endParaRPr lang="en-US" altLang="zh-CN" sz="16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32">
              <a:extLst>
                <a:ext uri="{FF2B5EF4-FFF2-40B4-BE49-F238E27FC236}">
                  <a16:creationId xmlns:a16="http://schemas.microsoft.com/office/drawing/2014/main" id="{FC1D3E90-293B-468D-976A-6455E8AE6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5202" y="5083218"/>
              <a:ext cx="1027525" cy="217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+mn-ea"/>
                  <a:ea typeface="+mn-ea"/>
                  <a:cs typeface="Times New Roman" panose="02020603050405020304" pitchFamily="18" charset="0"/>
                </a:rPr>
                <a:t>Product, </a:t>
              </a:r>
              <a:r>
                <a:rPr lang="zh-CN" altLang="en-US" sz="1600">
                  <a:latin typeface="+mn-ea"/>
                  <a:ea typeface="+mn-ea"/>
                  <a:cs typeface="Times New Roman" panose="02020603050405020304" pitchFamily="18" charset="0"/>
                </a:rPr>
                <a:t>积</a:t>
              </a:r>
              <a:endParaRPr lang="zh-CN" altLang="en-US" sz="16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" name="右大括号 26">
              <a:extLst>
                <a:ext uri="{FF2B5EF4-FFF2-40B4-BE49-F238E27FC236}">
                  <a16:creationId xmlns:a16="http://schemas.microsoft.com/office/drawing/2014/main" id="{DD98A395-80EE-44BA-9549-5AB1407119DA}"/>
                </a:ext>
              </a:extLst>
            </p:cNvPr>
            <p:cNvSpPr/>
            <p:nvPr/>
          </p:nvSpPr>
          <p:spPr bwMode="auto">
            <a:xfrm>
              <a:off x="6624228" y="3571730"/>
              <a:ext cx="206039" cy="1256390"/>
            </a:xfrm>
            <a:prstGeom prst="rightBrace">
              <a:avLst>
                <a:gd name="adj1" fmla="val 20958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8" name="TextBox 32">
              <a:extLst>
                <a:ext uri="{FF2B5EF4-FFF2-40B4-BE49-F238E27FC236}">
                  <a16:creationId xmlns:a16="http://schemas.microsoft.com/office/drawing/2014/main" id="{A75253A5-18C8-4E6B-836A-4A93A7B12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674" y="4577075"/>
              <a:ext cx="181200" cy="318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+</a:t>
              </a:r>
              <a:endParaRPr lang="zh-CN" altLang="en-US" sz="24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D6F5ADEB-2CF4-4F40-AFCC-822BDC79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061650" cy="1063181"/>
          </a:xfrm>
        </p:spPr>
        <p:txBody>
          <a:bodyPr/>
          <a:lstStyle/>
          <a:p>
            <a:r>
              <a:rPr lang="zh-CN" altLang="en-US" sz="2400"/>
              <a:t>基本原理：产生部分积，累加所有部分积</a:t>
            </a:r>
          </a:p>
        </p:txBody>
      </p:sp>
    </p:spTree>
    <p:extLst>
      <p:ext uri="{BB962C8B-B14F-4D97-AF65-F5344CB8AC3E}">
        <p14:creationId xmlns:p14="http://schemas.microsoft.com/office/powerpoint/2010/main" val="249147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内容占位符 2">
            <a:extLst>
              <a:ext uri="{FF2B5EF4-FFF2-40B4-BE49-F238E27FC236}">
                <a16:creationId xmlns:a16="http://schemas.microsoft.com/office/drawing/2014/main" id="{DFBDF2AF-7109-4D04-9E3E-F14590D14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4609001" cy="1063181"/>
          </a:xfrm>
        </p:spPr>
        <p:txBody>
          <a:bodyPr/>
          <a:lstStyle/>
          <a:p>
            <a:r>
              <a:rPr lang="zh-CN" altLang="en-US" sz="2400"/>
              <a:t>所有层均为串行进位加法器</a:t>
            </a:r>
            <a:endParaRPr lang="en-US" altLang="zh-CN" sz="240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0A3C8-7480-465E-B073-B2D58B9F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2022-4-6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F97C3D-1BAC-4915-AC81-96E50E23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2022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(H)</a:t>
            </a:r>
            <a:r>
              <a:rPr lang="zh-CN" altLang="en-US"/>
              <a:t>实验 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C11D11-9461-4FB3-B936-3AD36EB1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E3ACD-97DE-422D-AABB-B49A3A52602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10" name="文本框 51">
            <a:extLst>
              <a:ext uri="{FF2B5EF4-FFF2-40B4-BE49-F238E27FC236}">
                <a16:creationId xmlns:a16="http://schemas.microsoft.com/office/drawing/2014/main" id="{988366E3-2DDE-42B4-BD56-172DD6D54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438" y="2689558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B3BC739-6597-4A8A-B372-B9419F70BAFA}"/>
              </a:ext>
            </a:extLst>
          </p:cNvPr>
          <p:cNvCxnSpPr>
            <a:cxnSpLocks/>
          </p:cNvCxnSpPr>
          <p:nvPr/>
        </p:nvCxnSpPr>
        <p:spPr bwMode="auto">
          <a:xfrm>
            <a:off x="6040318" y="2689558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650535B-7E27-4F21-BD10-F96F38777892}"/>
              </a:ext>
            </a:extLst>
          </p:cNvPr>
          <p:cNvCxnSpPr>
            <a:cxnSpLocks/>
          </p:cNvCxnSpPr>
          <p:nvPr/>
        </p:nvCxnSpPr>
        <p:spPr bwMode="auto">
          <a:xfrm flipH="1">
            <a:off x="6272434" y="2797570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82208FA-4699-4308-B02A-4C840E58B93C}"/>
              </a:ext>
            </a:extLst>
          </p:cNvPr>
          <p:cNvCxnSpPr>
            <a:cxnSpLocks/>
          </p:cNvCxnSpPr>
          <p:nvPr/>
        </p:nvCxnSpPr>
        <p:spPr bwMode="auto">
          <a:xfrm>
            <a:off x="6040318" y="2545542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F42C3B9-0870-4E31-A213-A233A68C2AE3}"/>
              </a:ext>
            </a:extLst>
          </p:cNvPr>
          <p:cNvCxnSpPr>
            <a:cxnSpLocks/>
          </p:cNvCxnSpPr>
          <p:nvPr/>
        </p:nvCxnSpPr>
        <p:spPr bwMode="auto">
          <a:xfrm>
            <a:off x="6184334" y="2545542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D886820-2ECA-4F3D-8269-5A65E41F1382}"/>
              </a:ext>
            </a:extLst>
          </p:cNvPr>
          <p:cNvCxnSpPr>
            <a:cxnSpLocks/>
          </p:cNvCxnSpPr>
          <p:nvPr/>
        </p:nvCxnSpPr>
        <p:spPr bwMode="auto">
          <a:xfrm flipH="1">
            <a:off x="6272434" y="2930318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E36B575-F33D-42F6-AA00-E91A9F02B036}"/>
              </a:ext>
            </a:extLst>
          </p:cNvPr>
          <p:cNvCxnSpPr>
            <a:cxnSpLocks/>
          </p:cNvCxnSpPr>
          <p:nvPr/>
        </p:nvCxnSpPr>
        <p:spPr bwMode="auto">
          <a:xfrm>
            <a:off x="6040318" y="301359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57525A8-E2E1-4516-85CA-26328D7576DF}"/>
              </a:ext>
            </a:extLst>
          </p:cNvPr>
          <p:cNvCxnSpPr>
            <a:cxnSpLocks/>
          </p:cNvCxnSpPr>
          <p:nvPr/>
        </p:nvCxnSpPr>
        <p:spPr bwMode="auto">
          <a:xfrm>
            <a:off x="6184334" y="3013594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DCDCAB7-50D0-4248-AF84-9845739856A6}"/>
              </a:ext>
            </a:extLst>
          </p:cNvPr>
          <p:cNvCxnSpPr>
            <a:cxnSpLocks/>
          </p:cNvCxnSpPr>
          <p:nvPr/>
        </p:nvCxnSpPr>
        <p:spPr bwMode="auto">
          <a:xfrm>
            <a:off x="5932438" y="2797570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A0A2B9D-5142-4152-BF2E-35D1BEA41C17}"/>
              </a:ext>
            </a:extLst>
          </p:cNvPr>
          <p:cNvCxnSpPr>
            <a:cxnSpLocks/>
          </p:cNvCxnSpPr>
          <p:nvPr/>
        </p:nvCxnSpPr>
        <p:spPr bwMode="auto">
          <a:xfrm flipH="1">
            <a:off x="5709026" y="2797570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602001C7-325D-481D-B7F0-EFD3D7BF6AB8}"/>
              </a:ext>
            </a:extLst>
          </p:cNvPr>
          <p:cNvCxnSpPr>
            <a:cxnSpLocks/>
          </p:cNvCxnSpPr>
          <p:nvPr/>
        </p:nvCxnSpPr>
        <p:spPr bwMode="auto">
          <a:xfrm flipH="1">
            <a:off x="5709026" y="2930318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C87B66F9-3683-4217-80B0-92CC10578F62}"/>
              </a:ext>
            </a:extLst>
          </p:cNvPr>
          <p:cNvCxnSpPr/>
          <p:nvPr/>
        </p:nvCxnSpPr>
        <p:spPr bwMode="auto">
          <a:xfrm flipV="1">
            <a:off x="5270840" y="3157610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9" name="文本框 51">
            <a:extLst>
              <a:ext uri="{FF2B5EF4-FFF2-40B4-BE49-F238E27FC236}">
                <a16:creationId xmlns:a16="http://schemas.microsoft.com/office/drawing/2014/main" id="{4C59DD91-69F5-485D-9DA8-16D79A436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1291" y="2689558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2ADDD518-D1DE-491D-970D-23DA59E55B21}"/>
              </a:ext>
            </a:extLst>
          </p:cNvPr>
          <p:cNvCxnSpPr>
            <a:cxnSpLocks/>
          </p:cNvCxnSpPr>
          <p:nvPr/>
        </p:nvCxnSpPr>
        <p:spPr bwMode="auto">
          <a:xfrm>
            <a:off x="5269171" y="2689558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84909BE3-2548-45DB-89B2-D8484A2E8C7B}"/>
              </a:ext>
            </a:extLst>
          </p:cNvPr>
          <p:cNvCxnSpPr>
            <a:cxnSpLocks/>
          </p:cNvCxnSpPr>
          <p:nvPr/>
        </p:nvCxnSpPr>
        <p:spPr bwMode="auto">
          <a:xfrm flipH="1">
            <a:off x="5501287" y="2797570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3C297987-C1CA-4823-9C74-8824FC12F8AB}"/>
              </a:ext>
            </a:extLst>
          </p:cNvPr>
          <p:cNvCxnSpPr>
            <a:cxnSpLocks/>
          </p:cNvCxnSpPr>
          <p:nvPr/>
        </p:nvCxnSpPr>
        <p:spPr bwMode="auto">
          <a:xfrm>
            <a:off x="5269171" y="2545542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FC7DF361-85BC-421E-A0E8-A7428930923C}"/>
              </a:ext>
            </a:extLst>
          </p:cNvPr>
          <p:cNvCxnSpPr>
            <a:cxnSpLocks/>
          </p:cNvCxnSpPr>
          <p:nvPr/>
        </p:nvCxnSpPr>
        <p:spPr bwMode="auto">
          <a:xfrm>
            <a:off x="5413187" y="2545542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A59E6486-AD3F-4D97-9719-8DA1168EA247}"/>
              </a:ext>
            </a:extLst>
          </p:cNvPr>
          <p:cNvCxnSpPr>
            <a:cxnSpLocks/>
          </p:cNvCxnSpPr>
          <p:nvPr/>
        </p:nvCxnSpPr>
        <p:spPr bwMode="auto">
          <a:xfrm flipH="1">
            <a:off x="5501287" y="2930318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C8D0547F-E6F9-4064-B96F-A5EFC2A94F7C}"/>
              </a:ext>
            </a:extLst>
          </p:cNvPr>
          <p:cNvCxnSpPr>
            <a:cxnSpLocks/>
          </p:cNvCxnSpPr>
          <p:nvPr/>
        </p:nvCxnSpPr>
        <p:spPr bwMode="auto">
          <a:xfrm>
            <a:off x="5269171" y="301359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99666646-532A-4124-A559-BD69521D93C5}"/>
              </a:ext>
            </a:extLst>
          </p:cNvPr>
          <p:cNvCxnSpPr>
            <a:cxnSpLocks/>
          </p:cNvCxnSpPr>
          <p:nvPr/>
        </p:nvCxnSpPr>
        <p:spPr bwMode="auto">
          <a:xfrm>
            <a:off x="5413187" y="3013594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DCD505EC-D828-4830-BE28-0F3BC5557A95}"/>
              </a:ext>
            </a:extLst>
          </p:cNvPr>
          <p:cNvCxnSpPr>
            <a:cxnSpLocks/>
          </p:cNvCxnSpPr>
          <p:nvPr/>
        </p:nvCxnSpPr>
        <p:spPr bwMode="auto">
          <a:xfrm>
            <a:off x="5161291" y="2797570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C739644D-BD85-4CF2-80F1-E320B05BE3DC}"/>
              </a:ext>
            </a:extLst>
          </p:cNvPr>
          <p:cNvCxnSpPr>
            <a:cxnSpLocks/>
          </p:cNvCxnSpPr>
          <p:nvPr/>
        </p:nvCxnSpPr>
        <p:spPr bwMode="auto">
          <a:xfrm flipH="1">
            <a:off x="4937879" y="2797570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1906309C-0E84-4B66-AB1F-E64DC6269303}"/>
              </a:ext>
            </a:extLst>
          </p:cNvPr>
          <p:cNvCxnSpPr>
            <a:cxnSpLocks/>
          </p:cNvCxnSpPr>
          <p:nvPr/>
        </p:nvCxnSpPr>
        <p:spPr bwMode="auto">
          <a:xfrm flipH="1">
            <a:off x="4937879" y="2930318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51C3D431-4121-48C2-B834-88F52285C510}"/>
              </a:ext>
            </a:extLst>
          </p:cNvPr>
          <p:cNvCxnSpPr/>
          <p:nvPr/>
        </p:nvCxnSpPr>
        <p:spPr bwMode="auto">
          <a:xfrm flipV="1">
            <a:off x="4499693" y="3157610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2" name="文本框 51">
            <a:extLst>
              <a:ext uri="{FF2B5EF4-FFF2-40B4-BE49-F238E27FC236}">
                <a16:creationId xmlns:a16="http://schemas.microsoft.com/office/drawing/2014/main" id="{5D02EB1F-0A16-4ACB-941A-DEA71261C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673" y="2689558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8BAB3EF-4780-4F82-BA4B-2E83A582F038}"/>
              </a:ext>
            </a:extLst>
          </p:cNvPr>
          <p:cNvCxnSpPr>
            <a:cxnSpLocks/>
          </p:cNvCxnSpPr>
          <p:nvPr/>
        </p:nvCxnSpPr>
        <p:spPr bwMode="auto">
          <a:xfrm>
            <a:off x="4494553" y="2689558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B733B044-3A71-4FD7-8367-B69461D1658B}"/>
              </a:ext>
            </a:extLst>
          </p:cNvPr>
          <p:cNvCxnSpPr>
            <a:cxnSpLocks/>
          </p:cNvCxnSpPr>
          <p:nvPr/>
        </p:nvCxnSpPr>
        <p:spPr bwMode="auto">
          <a:xfrm flipH="1">
            <a:off x="4726669" y="2797570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2F7AED16-F1E4-4DF1-B436-FCE6F9438F3C}"/>
              </a:ext>
            </a:extLst>
          </p:cNvPr>
          <p:cNvCxnSpPr>
            <a:cxnSpLocks/>
          </p:cNvCxnSpPr>
          <p:nvPr/>
        </p:nvCxnSpPr>
        <p:spPr bwMode="auto">
          <a:xfrm>
            <a:off x="4494553" y="2545542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89E8CADC-CA3B-4266-B240-8ADD4D0D3126}"/>
              </a:ext>
            </a:extLst>
          </p:cNvPr>
          <p:cNvCxnSpPr>
            <a:cxnSpLocks/>
          </p:cNvCxnSpPr>
          <p:nvPr/>
        </p:nvCxnSpPr>
        <p:spPr bwMode="auto">
          <a:xfrm>
            <a:off x="4638569" y="2545542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D368BF5F-BE07-468A-8D2A-5DAC6514A7A7}"/>
              </a:ext>
            </a:extLst>
          </p:cNvPr>
          <p:cNvCxnSpPr>
            <a:cxnSpLocks/>
          </p:cNvCxnSpPr>
          <p:nvPr/>
        </p:nvCxnSpPr>
        <p:spPr bwMode="auto">
          <a:xfrm flipH="1">
            <a:off x="4726669" y="2930318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6A38F5FF-8BF7-4043-8239-C43F559E0D02}"/>
              </a:ext>
            </a:extLst>
          </p:cNvPr>
          <p:cNvCxnSpPr>
            <a:cxnSpLocks/>
          </p:cNvCxnSpPr>
          <p:nvPr/>
        </p:nvCxnSpPr>
        <p:spPr bwMode="auto">
          <a:xfrm>
            <a:off x="4494553" y="301359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6C6795D5-2E00-4F9A-994D-4EF4E10DA15E}"/>
              </a:ext>
            </a:extLst>
          </p:cNvPr>
          <p:cNvCxnSpPr>
            <a:cxnSpLocks/>
          </p:cNvCxnSpPr>
          <p:nvPr/>
        </p:nvCxnSpPr>
        <p:spPr bwMode="auto">
          <a:xfrm>
            <a:off x="4638569" y="3013594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8696BF6C-D436-44B1-BD07-7FE31C1B51DB}"/>
              </a:ext>
            </a:extLst>
          </p:cNvPr>
          <p:cNvCxnSpPr>
            <a:cxnSpLocks/>
          </p:cNvCxnSpPr>
          <p:nvPr/>
        </p:nvCxnSpPr>
        <p:spPr bwMode="auto">
          <a:xfrm>
            <a:off x="4386673" y="2797570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57E1347F-8D3F-4702-8C7F-1B404BA63E1E}"/>
              </a:ext>
            </a:extLst>
          </p:cNvPr>
          <p:cNvCxnSpPr>
            <a:cxnSpLocks/>
          </p:cNvCxnSpPr>
          <p:nvPr/>
        </p:nvCxnSpPr>
        <p:spPr bwMode="auto">
          <a:xfrm flipH="1">
            <a:off x="4163261" y="2797570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C0D561BF-F97A-4161-A9D4-0B885E8ECAB5}"/>
              </a:ext>
            </a:extLst>
          </p:cNvPr>
          <p:cNvCxnSpPr>
            <a:cxnSpLocks/>
          </p:cNvCxnSpPr>
          <p:nvPr/>
        </p:nvCxnSpPr>
        <p:spPr bwMode="auto">
          <a:xfrm flipH="1">
            <a:off x="4163261" y="2930318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0383786A-2525-480F-88E0-6453963A7009}"/>
              </a:ext>
            </a:extLst>
          </p:cNvPr>
          <p:cNvCxnSpPr/>
          <p:nvPr/>
        </p:nvCxnSpPr>
        <p:spPr bwMode="auto">
          <a:xfrm flipV="1">
            <a:off x="3725075" y="3157610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5" name="文本框 51">
            <a:extLst>
              <a:ext uri="{FF2B5EF4-FFF2-40B4-BE49-F238E27FC236}">
                <a16:creationId xmlns:a16="http://schemas.microsoft.com/office/drawing/2014/main" id="{DFD4F959-2313-42AF-A02B-1C65B1E25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5526" y="2689558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417CBA33-F457-483C-AC3E-9F59D594C089}"/>
              </a:ext>
            </a:extLst>
          </p:cNvPr>
          <p:cNvCxnSpPr>
            <a:cxnSpLocks/>
          </p:cNvCxnSpPr>
          <p:nvPr/>
        </p:nvCxnSpPr>
        <p:spPr bwMode="auto">
          <a:xfrm>
            <a:off x="3723406" y="2689558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024DC215-C521-48EB-9800-267FD402493F}"/>
              </a:ext>
            </a:extLst>
          </p:cNvPr>
          <p:cNvCxnSpPr>
            <a:cxnSpLocks/>
          </p:cNvCxnSpPr>
          <p:nvPr/>
        </p:nvCxnSpPr>
        <p:spPr bwMode="auto">
          <a:xfrm flipH="1">
            <a:off x="3955522" y="2797570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A1C7A588-AA83-49B5-B581-B16C937F0867}"/>
              </a:ext>
            </a:extLst>
          </p:cNvPr>
          <p:cNvCxnSpPr>
            <a:cxnSpLocks/>
          </p:cNvCxnSpPr>
          <p:nvPr/>
        </p:nvCxnSpPr>
        <p:spPr bwMode="auto">
          <a:xfrm>
            <a:off x="3723406" y="2545542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016F8263-ABCB-49C9-81BA-F9C93D3624CB}"/>
              </a:ext>
            </a:extLst>
          </p:cNvPr>
          <p:cNvCxnSpPr>
            <a:cxnSpLocks/>
          </p:cNvCxnSpPr>
          <p:nvPr/>
        </p:nvCxnSpPr>
        <p:spPr bwMode="auto">
          <a:xfrm>
            <a:off x="3867422" y="2545542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6D55B071-4988-4F78-BBFA-24D3C6A86A46}"/>
              </a:ext>
            </a:extLst>
          </p:cNvPr>
          <p:cNvCxnSpPr>
            <a:cxnSpLocks/>
          </p:cNvCxnSpPr>
          <p:nvPr/>
        </p:nvCxnSpPr>
        <p:spPr bwMode="auto">
          <a:xfrm flipH="1">
            <a:off x="3955522" y="2930318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3EC9FC0D-B010-4281-B2C8-3D37E79B833B}"/>
              </a:ext>
            </a:extLst>
          </p:cNvPr>
          <p:cNvCxnSpPr>
            <a:cxnSpLocks/>
          </p:cNvCxnSpPr>
          <p:nvPr/>
        </p:nvCxnSpPr>
        <p:spPr bwMode="auto">
          <a:xfrm>
            <a:off x="3723406" y="301359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584AEF26-5EEF-4B9C-8271-1804730A9116}"/>
              </a:ext>
            </a:extLst>
          </p:cNvPr>
          <p:cNvCxnSpPr>
            <a:cxnSpLocks/>
          </p:cNvCxnSpPr>
          <p:nvPr/>
        </p:nvCxnSpPr>
        <p:spPr bwMode="auto">
          <a:xfrm>
            <a:off x="3867422" y="3013594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2373E6DB-8670-421E-96B7-0083DA051B7B}"/>
              </a:ext>
            </a:extLst>
          </p:cNvPr>
          <p:cNvCxnSpPr>
            <a:cxnSpLocks/>
          </p:cNvCxnSpPr>
          <p:nvPr/>
        </p:nvCxnSpPr>
        <p:spPr bwMode="auto">
          <a:xfrm>
            <a:off x="3615526" y="2797570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7C6D11A2-63AE-4C3B-A9B7-650F8DB9C9BE}"/>
              </a:ext>
            </a:extLst>
          </p:cNvPr>
          <p:cNvCxnSpPr>
            <a:cxnSpLocks/>
          </p:cNvCxnSpPr>
          <p:nvPr/>
        </p:nvCxnSpPr>
        <p:spPr bwMode="auto">
          <a:xfrm flipH="1">
            <a:off x="3392114" y="2797570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711B714F-34A2-4D90-9F45-AF361BDB2C2C}"/>
              </a:ext>
            </a:extLst>
          </p:cNvPr>
          <p:cNvCxnSpPr>
            <a:cxnSpLocks/>
          </p:cNvCxnSpPr>
          <p:nvPr/>
        </p:nvCxnSpPr>
        <p:spPr bwMode="auto">
          <a:xfrm flipH="1">
            <a:off x="3392114" y="2930318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AA3933A3-EA31-474F-8D82-9B8D0A0ED96D}"/>
              </a:ext>
            </a:extLst>
          </p:cNvPr>
          <p:cNvCxnSpPr/>
          <p:nvPr/>
        </p:nvCxnSpPr>
        <p:spPr bwMode="auto">
          <a:xfrm flipV="1">
            <a:off x="2953928" y="3157610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8" name="文本框 51">
            <a:extLst>
              <a:ext uri="{FF2B5EF4-FFF2-40B4-BE49-F238E27FC236}">
                <a16:creationId xmlns:a16="http://schemas.microsoft.com/office/drawing/2014/main" id="{CD9EA054-6118-49F2-A022-0EB124CEB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828" y="3471605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AEE56E9A-CB4F-4F46-8674-1B0E7D6E24DB}"/>
              </a:ext>
            </a:extLst>
          </p:cNvPr>
          <p:cNvCxnSpPr>
            <a:cxnSpLocks/>
          </p:cNvCxnSpPr>
          <p:nvPr/>
        </p:nvCxnSpPr>
        <p:spPr bwMode="auto">
          <a:xfrm>
            <a:off x="5270708" y="3471605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2E16C50B-448A-483A-BEF7-8383487C7ACE}"/>
              </a:ext>
            </a:extLst>
          </p:cNvPr>
          <p:cNvCxnSpPr>
            <a:cxnSpLocks/>
          </p:cNvCxnSpPr>
          <p:nvPr/>
        </p:nvCxnSpPr>
        <p:spPr bwMode="auto">
          <a:xfrm flipH="1">
            <a:off x="5502824" y="357961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04070302-9809-4454-85AD-C9A4AEB0C4FB}"/>
              </a:ext>
            </a:extLst>
          </p:cNvPr>
          <p:cNvCxnSpPr>
            <a:cxnSpLocks/>
          </p:cNvCxnSpPr>
          <p:nvPr/>
        </p:nvCxnSpPr>
        <p:spPr bwMode="auto">
          <a:xfrm>
            <a:off x="5270708" y="332758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12CB6CE5-EFFA-4128-90A6-5A6BF3A862CE}"/>
              </a:ext>
            </a:extLst>
          </p:cNvPr>
          <p:cNvCxnSpPr>
            <a:cxnSpLocks/>
          </p:cNvCxnSpPr>
          <p:nvPr/>
        </p:nvCxnSpPr>
        <p:spPr bwMode="auto">
          <a:xfrm>
            <a:off x="5414724" y="332758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EA2D1DEC-D570-4C35-9816-7B0E65625507}"/>
              </a:ext>
            </a:extLst>
          </p:cNvPr>
          <p:cNvCxnSpPr>
            <a:cxnSpLocks/>
          </p:cNvCxnSpPr>
          <p:nvPr/>
        </p:nvCxnSpPr>
        <p:spPr bwMode="auto">
          <a:xfrm flipH="1">
            <a:off x="5502824" y="371236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385561D7-94F0-4280-ACA6-F125A54D2E27}"/>
              </a:ext>
            </a:extLst>
          </p:cNvPr>
          <p:cNvCxnSpPr>
            <a:cxnSpLocks/>
          </p:cNvCxnSpPr>
          <p:nvPr/>
        </p:nvCxnSpPr>
        <p:spPr bwMode="auto">
          <a:xfrm>
            <a:off x="5270708" y="379564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0E07771A-C43A-4491-B3F1-5DE92F8CBA70}"/>
              </a:ext>
            </a:extLst>
          </p:cNvPr>
          <p:cNvCxnSpPr>
            <a:cxnSpLocks/>
          </p:cNvCxnSpPr>
          <p:nvPr/>
        </p:nvCxnSpPr>
        <p:spPr bwMode="auto">
          <a:xfrm>
            <a:off x="5414724" y="379564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095089C5-F1E1-4476-A8C1-D8BD71142209}"/>
              </a:ext>
            </a:extLst>
          </p:cNvPr>
          <p:cNvCxnSpPr>
            <a:cxnSpLocks/>
          </p:cNvCxnSpPr>
          <p:nvPr/>
        </p:nvCxnSpPr>
        <p:spPr bwMode="auto">
          <a:xfrm>
            <a:off x="5162828" y="3579617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A4B7A60B-9850-4C30-A400-0EDED259AE55}"/>
              </a:ext>
            </a:extLst>
          </p:cNvPr>
          <p:cNvCxnSpPr>
            <a:cxnSpLocks/>
          </p:cNvCxnSpPr>
          <p:nvPr/>
        </p:nvCxnSpPr>
        <p:spPr bwMode="auto">
          <a:xfrm flipH="1">
            <a:off x="4939416" y="357961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0BFB20D5-9C68-4C8D-86B8-0853C44C9370}"/>
              </a:ext>
            </a:extLst>
          </p:cNvPr>
          <p:cNvCxnSpPr>
            <a:cxnSpLocks/>
          </p:cNvCxnSpPr>
          <p:nvPr/>
        </p:nvCxnSpPr>
        <p:spPr bwMode="auto">
          <a:xfrm flipH="1">
            <a:off x="4939416" y="371236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9AB8408D-CBB3-48BF-A93B-588E4EF8B157}"/>
              </a:ext>
            </a:extLst>
          </p:cNvPr>
          <p:cNvCxnSpPr/>
          <p:nvPr/>
        </p:nvCxnSpPr>
        <p:spPr bwMode="auto">
          <a:xfrm flipV="1">
            <a:off x="4501230" y="3939657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1" name="文本框 51">
            <a:extLst>
              <a:ext uri="{FF2B5EF4-FFF2-40B4-BE49-F238E27FC236}">
                <a16:creationId xmlns:a16="http://schemas.microsoft.com/office/drawing/2014/main" id="{CBCABAA9-8B65-4FAD-961E-D0C586F2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681" y="3471605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9F67D146-7F1A-4EA7-B5AD-F4B423E68CB9}"/>
              </a:ext>
            </a:extLst>
          </p:cNvPr>
          <p:cNvCxnSpPr>
            <a:cxnSpLocks/>
          </p:cNvCxnSpPr>
          <p:nvPr/>
        </p:nvCxnSpPr>
        <p:spPr bwMode="auto">
          <a:xfrm>
            <a:off x="4499561" y="3471605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C1626CFC-D3F0-4B0B-9777-359E3BB0EB33}"/>
              </a:ext>
            </a:extLst>
          </p:cNvPr>
          <p:cNvCxnSpPr>
            <a:cxnSpLocks/>
          </p:cNvCxnSpPr>
          <p:nvPr/>
        </p:nvCxnSpPr>
        <p:spPr bwMode="auto">
          <a:xfrm flipH="1">
            <a:off x="4731677" y="357961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16364D24-4519-44DE-9AC5-D250B71AEFF9}"/>
              </a:ext>
            </a:extLst>
          </p:cNvPr>
          <p:cNvCxnSpPr>
            <a:cxnSpLocks/>
          </p:cNvCxnSpPr>
          <p:nvPr/>
        </p:nvCxnSpPr>
        <p:spPr bwMode="auto">
          <a:xfrm>
            <a:off x="4499561" y="332758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56C5A0D8-472D-45B5-8BBA-76A702D63181}"/>
              </a:ext>
            </a:extLst>
          </p:cNvPr>
          <p:cNvCxnSpPr>
            <a:cxnSpLocks/>
          </p:cNvCxnSpPr>
          <p:nvPr/>
        </p:nvCxnSpPr>
        <p:spPr bwMode="auto">
          <a:xfrm>
            <a:off x="4638261" y="332758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F6E3C4BD-FFEC-4EB4-9925-E2F1B643BA0F}"/>
              </a:ext>
            </a:extLst>
          </p:cNvPr>
          <p:cNvCxnSpPr>
            <a:cxnSpLocks/>
          </p:cNvCxnSpPr>
          <p:nvPr/>
        </p:nvCxnSpPr>
        <p:spPr bwMode="auto">
          <a:xfrm flipH="1">
            <a:off x="4731677" y="371236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37A4C1A3-4D71-4137-8AAE-6643FAC53B07}"/>
              </a:ext>
            </a:extLst>
          </p:cNvPr>
          <p:cNvCxnSpPr>
            <a:cxnSpLocks/>
          </p:cNvCxnSpPr>
          <p:nvPr/>
        </p:nvCxnSpPr>
        <p:spPr bwMode="auto">
          <a:xfrm>
            <a:off x="4499561" y="379564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D74E046B-C8BB-4204-AF5D-15DFECC5821E}"/>
              </a:ext>
            </a:extLst>
          </p:cNvPr>
          <p:cNvCxnSpPr>
            <a:cxnSpLocks/>
          </p:cNvCxnSpPr>
          <p:nvPr/>
        </p:nvCxnSpPr>
        <p:spPr bwMode="auto">
          <a:xfrm>
            <a:off x="4643577" y="379564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FC85D76B-D967-45CC-9F12-7C60F0589A9D}"/>
              </a:ext>
            </a:extLst>
          </p:cNvPr>
          <p:cNvCxnSpPr>
            <a:cxnSpLocks/>
          </p:cNvCxnSpPr>
          <p:nvPr/>
        </p:nvCxnSpPr>
        <p:spPr bwMode="auto">
          <a:xfrm>
            <a:off x="4391681" y="3579617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FE60C07D-D81F-4ACF-9F16-AAED71A646E2}"/>
              </a:ext>
            </a:extLst>
          </p:cNvPr>
          <p:cNvCxnSpPr>
            <a:cxnSpLocks/>
          </p:cNvCxnSpPr>
          <p:nvPr/>
        </p:nvCxnSpPr>
        <p:spPr bwMode="auto">
          <a:xfrm flipH="1">
            <a:off x="4168269" y="357961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79507B0A-22FE-452A-A652-D5CAD21CAC74}"/>
              </a:ext>
            </a:extLst>
          </p:cNvPr>
          <p:cNvCxnSpPr>
            <a:cxnSpLocks/>
          </p:cNvCxnSpPr>
          <p:nvPr/>
        </p:nvCxnSpPr>
        <p:spPr bwMode="auto">
          <a:xfrm flipH="1">
            <a:off x="4168269" y="371236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9C559764-BF8D-40F1-854D-709179A2290E}"/>
              </a:ext>
            </a:extLst>
          </p:cNvPr>
          <p:cNvCxnSpPr/>
          <p:nvPr/>
        </p:nvCxnSpPr>
        <p:spPr bwMode="auto">
          <a:xfrm flipV="1">
            <a:off x="3730083" y="3939657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4" name="文本框 51">
            <a:extLst>
              <a:ext uri="{FF2B5EF4-FFF2-40B4-BE49-F238E27FC236}">
                <a16:creationId xmlns:a16="http://schemas.microsoft.com/office/drawing/2014/main" id="{E72AB637-8155-4D56-8113-E1EEE37BA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7063" y="3471605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A6AA5D22-2913-44BA-A2B0-824EE99E8305}"/>
              </a:ext>
            </a:extLst>
          </p:cNvPr>
          <p:cNvCxnSpPr>
            <a:cxnSpLocks/>
          </p:cNvCxnSpPr>
          <p:nvPr/>
        </p:nvCxnSpPr>
        <p:spPr bwMode="auto">
          <a:xfrm>
            <a:off x="3724943" y="3471605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934400DC-9065-4A6B-BFD0-13CEDED79A8B}"/>
              </a:ext>
            </a:extLst>
          </p:cNvPr>
          <p:cNvCxnSpPr>
            <a:cxnSpLocks/>
          </p:cNvCxnSpPr>
          <p:nvPr/>
        </p:nvCxnSpPr>
        <p:spPr bwMode="auto">
          <a:xfrm flipH="1">
            <a:off x="3957059" y="357961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2E4F5227-AB05-4314-83C6-5FC8AE020335}"/>
              </a:ext>
            </a:extLst>
          </p:cNvPr>
          <p:cNvCxnSpPr>
            <a:cxnSpLocks/>
          </p:cNvCxnSpPr>
          <p:nvPr/>
        </p:nvCxnSpPr>
        <p:spPr bwMode="auto">
          <a:xfrm>
            <a:off x="3724943" y="332758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A4D403A6-0B78-47F9-9BC0-678598E26FAB}"/>
              </a:ext>
            </a:extLst>
          </p:cNvPr>
          <p:cNvCxnSpPr>
            <a:cxnSpLocks/>
          </p:cNvCxnSpPr>
          <p:nvPr/>
        </p:nvCxnSpPr>
        <p:spPr bwMode="auto">
          <a:xfrm>
            <a:off x="3863643" y="332758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E96351A8-B3D6-4036-BB15-2D12BB7052CA}"/>
              </a:ext>
            </a:extLst>
          </p:cNvPr>
          <p:cNvCxnSpPr>
            <a:cxnSpLocks/>
          </p:cNvCxnSpPr>
          <p:nvPr/>
        </p:nvCxnSpPr>
        <p:spPr bwMode="auto">
          <a:xfrm flipH="1">
            <a:off x="3957059" y="371236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2524EE5F-FB4F-4B91-A273-D76F1A97E9F2}"/>
              </a:ext>
            </a:extLst>
          </p:cNvPr>
          <p:cNvCxnSpPr>
            <a:cxnSpLocks/>
          </p:cNvCxnSpPr>
          <p:nvPr/>
        </p:nvCxnSpPr>
        <p:spPr bwMode="auto">
          <a:xfrm>
            <a:off x="3724943" y="379564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A9D5D8B3-4E83-4783-8753-BB4D2E6BDB73}"/>
              </a:ext>
            </a:extLst>
          </p:cNvPr>
          <p:cNvCxnSpPr>
            <a:cxnSpLocks/>
          </p:cNvCxnSpPr>
          <p:nvPr/>
        </p:nvCxnSpPr>
        <p:spPr bwMode="auto">
          <a:xfrm>
            <a:off x="3868959" y="379564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F6461CF2-AA0B-4F93-AB9F-DA4825FF6FDF}"/>
              </a:ext>
            </a:extLst>
          </p:cNvPr>
          <p:cNvCxnSpPr>
            <a:cxnSpLocks/>
          </p:cNvCxnSpPr>
          <p:nvPr/>
        </p:nvCxnSpPr>
        <p:spPr bwMode="auto">
          <a:xfrm>
            <a:off x="3617063" y="3579617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4F25CE17-A95F-425C-A43C-334DF2FE976E}"/>
              </a:ext>
            </a:extLst>
          </p:cNvPr>
          <p:cNvCxnSpPr>
            <a:cxnSpLocks/>
          </p:cNvCxnSpPr>
          <p:nvPr/>
        </p:nvCxnSpPr>
        <p:spPr bwMode="auto">
          <a:xfrm flipH="1">
            <a:off x="3393651" y="357961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63B264FE-937A-42D1-B96C-5209F404D647}"/>
              </a:ext>
            </a:extLst>
          </p:cNvPr>
          <p:cNvCxnSpPr>
            <a:cxnSpLocks/>
          </p:cNvCxnSpPr>
          <p:nvPr/>
        </p:nvCxnSpPr>
        <p:spPr bwMode="auto">
          <a:xfrm flipH="1">
            <a:off x="3393651" y="371236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BDA4BAF1-4F52-4A3C-A4CD-0C7AF5AC4418}"/>
              </a:ext>
            </a:extLst>
          </p:cNvPr>
          <p:cNvCxnSpPr/>
          <p:nvPr/>
        </p:nvCxnSpPr>
        <p:spPr bwMode="auto">
          <a:xfrm flipV="1">
            <a:off x="2955465" y="3939657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7" name="文本框 51">
            <a:extLst>
              <a:ext uri="{FF2B5EF4-FFF2-40B4-BE49-F238E27FC236}">
                <a16:creationId xmlns:a16="http://schemas.microsoft.com/office/drawing/2014/main" id="{7E40CEF4-0016-4879-B6AA-8576F41A5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5916" y="3471605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0906C4F9-5C02-4C79-B3E7-1FD408857164}"/>
              </a:ext>
            </a:extLst>
          </p:cNvPr>
          <p:cNvCxnSpPr>
            <a:cxnSpLocks/>
          </p:cNvCxnSpPr>
          <p:nvPr/>
        </p:nvCxnSpPr>
        <p:spPr bwMode="auto">
          <a:xfrm>
            <a:off x="2953796" y="3471605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5DA1CFFF-184C-4E38-B4F9-0CBB920B66D9}"/>
              </a:ext>
            </a:extLst>
          </p:cNvPr>
          <p:cNvCxnSpPr>
            <a:cxnSpLocks/>
          </p:cNvCxnSpPr>
          <p:nvPr/>
        </p:nvCxnSpPr>
        <p:spPr bwMode="auto">
          <a:xfrm flipH="1">
            <a:off x="3185912" y="357961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94E98053-C5F4-46BF-BC2D-B484F1B22C78}"/>
              </a:ext>
            </a:extLst>
          </p:cNvPr>
          <p:cNvCxnSpPr>
            <a:cxnSpLocks/>
          </p:cNvCxnSpPr>
          <p:nvPr/>
        </p:nvCxnSpPr>
        <p:spPr bwMode="auto">
          <a:xfrm>
            <a:off x="2953796" y="332758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28098647-6741-4C7E-A35E-62D88313B7CC}"/>
              </a:ext>
            </a:extLst>
          </p:cNvPr>
          <p:cNvCxnSpPr>
            <a:cxnSpLocks/>
          </p:cNvCxnSpPr>
          <p:nvPr/>
        </p:nvCxnSpPr>
        <p:spPr bwMode="auto">
          <a:xfrm>
            <a:off x="3097812" y="332758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0665C55A-1452-494E-BB23-43A35B90C85B}"/>
              </a:ext>
            </a:extLst>
          </p:cNvPr>
          <p:cNvCxnSpPr>
            <a:cxnSpLocks/>
          </p:cNvCxnSpPr>
          <p:nvPr/>
        </p:nvCxnSpPr>
        <p:spPr bwMode="auto">
          <a:xfrm flipH="1">
            <a:off x="3185912" y="371236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56D6C08F-1673-41EE-B80E-F9DCBDB0A5B1}"/>
              </a:ext>
            </a:extLst>
          </p:cNvPr>
          <p:cNvCxnSpPr>
            <a:cxnSpLocks/>
          </p:cNvCxnSpPr>
          <p:nvPr/>
        </p:nvCxnSpPr>
        <p:spPr bwMode="auto">
          <a:xfrm>
            <a:off x="2953796" y="379564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AD2DD121-C1A7-4C13-B135-8E75C23FE4BA}"/>
              </a:ext>
            </a:extLst>
          </p:cNvPr>
          <p:cNvCxnSpPr>
            <a:cxnSpLocks/>
          </p:cNvCxnSpPr>
          <p:nvPr/>
        </p:nvCxnSpPr>
        <p:spPr bwMode="auto">
          <a:xfrm>
            <a:off x="3097812" y="379564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1EFF0D37-602E-4ECF-9328-039EBE62D7FF}"/>
              </a:ext>
            </a:extLst>
          </p:cNvPr>
          <p:cNvCxnSpPr>
            <a:cxnSpLocks/>
          </p:cNvCxnSpPr>
          <p:nvPr/>
        </p:nvCxnSpPr>
        <p:spPr bwMode="auto">
          <a:xfrm>
            <a:off x="2845916" y="3579617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9B633A7B-E629-42E3-B2E7-3F0643ED47BD}"/>
              </a:ext>
            </a:extLst>
          </p:cNvPr>
          <p:cNvCxnSpPr>
            <a:cxnSpLocks/>
          </p:cNvCxnSpPr>
          <p:nvPr/>
        </p:nvCxnSpPr>
        <p:spPr bwMode="auto">
          <a:xfrm flipH="1">
            <a:off x="2622504" y="357961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179BA167-45E9-4227-9648-014521D9D71B}"/>
              </a:ext>
            </a:extLst>
          </p:cNvPr>
          <p:cNvCxnSpPr>
            <a:cxnSpLocks/>
          </p:cNvCxnSpPr>
          <p:nvPr/>
        </p:nvCxnSpPr>
        <p:spPr bwMode="auto">
          <a:xfrm flipH="1">
            <a:off x="2622504" y="371236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B79AF6D8-30EE-4EB6-BC51-07D8B6D5C1CE}"/>
              </a:ext>
            </a:extLst>
          </p:cNvPr>
          <p:cNvCxnSpPr/>
          <p:nvPr/>
        </p:nvCxnSpPr>
        <p:spPr bwMode="auto">
          <a:xfrm flipV="1">
            <a:off x="2184318" y="3939657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3F8C5DF6-C21F-44B9-A7D4-6A4E646D990B}"/>
              </a:ext>
            </a:extLst>
          </p:cNvPr>
          <p:cNvCxnSpPr>
            <a:cxnSpLocks/>
          </p:cNvCxnSpPr>
          <p:nvPr/>
        </p:nvCxnSpPr>
        <p:spPr bwMode="auto">
          <a:xfrm>
            <a:off x="5413187" y="3157610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BC2DE4BB-4AA4-4DF8-ADFE-D82F15F3F98F}"/>
              </a:ext>
            </a:extLst>
          </p:cNvPr>
          <p:cNvCxnSpPr>
            <a:cxnSpLocks/>
          </p:cNvCxnSpPr>
          <p:nvPr/>
        </p:nvCxnSpPr>
        <p:spPr bwMode="auto">
          <a:xfrm>
            <a:off x="4638569" y="3157610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9E2788D8-1A29-44F2-8704-3B4E1A0517E3}"/>
              </a:ext>
            </a:extLst>
          </p:cNvPr>
          <p:cNvCxnSpPr>
            <a:cxnSpLocks/>
          </p:cNvCxnSpPr>
          <p:nvPr/>
        </p:nvCxnSpPr>
        <p:spPr bwMode="auto">
          <a:xfrm>
            <a:off x="3867422" y="3157610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D01EC78F-3A53-4FEA-9834-2384655802B6}"/>
              </a:ext>
            </a:extLst>
          </p:cNvPr>
          <p:cNvCxnSpPr>
            <a:cxnSpLocks/>
          </p:cNvCxnSpPr>
          <p:nvPr/>
        </p:nvCxnSpPr>
        <p:spPr bwMode="auto">
          <a:xfrm flipH="1">
            <a:off x="3097812" y="2930318"/>
            <a:ext cx="29430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8EF9586F-4725-4257-8CCA-7D68AD9C0FDD}"/>
              </a:ext>
            </a:extLst>
          </p:cNvPr>
          <p:cNvCxnSpPr>
            <a:cxnSpLocks/>
          </p:cNvCxnSpPr>
          <p:nvPr/>
        </p:nvCxnSpPr>
        <p:spPr bwMode="auto">
          <a:xfrm>
            <a:off x="3097812" y="2930318"/>
            <a:ext cx="0" cy="397271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文本框 51">
            <a:extLst>
              <a:ext uri="{FF2B5EF4-FFF2-40B4-BE49-F238E27FC236}">
                <a16:creationId xmlns:a16="http://schemas.microsoft.com/office/drawing/2014/main" id="{A4753442-EE2E-4989-A519-66B8A9E42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3281" y="4254055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0C8B0DCF-EAE5-462F-BEA1-2BC99D04004E}"/>
              </a:ext>
            </a:extLst>
          </p:cNvPr>
          <p:cNvCxnSpPr>
            <a:cxnSpLocks/>
          </p:cNvCxnSpPr>
          <p:nvPr/>
        </p:nvCxnSpPr>
        <p:spPr bwMode="auto">
          <a:xfrm>
            <a:off x="4501161" y="4254055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982A84D9-F799-489F-93AF-754E6CE9B2E9}"/>
              </a:ext>
            </a:extLst>
          </p:cNvPr>
          <p:cNvCxnSpPr>
            <a:cxnSpLocks/>
          </p:cNvCxnSpPr>
          <p:nvPr/>
        </p:nvCxnSpPr>
        <p:spPr bwMode="auto">
          <a:xfrm flipH="1">
            <a:off x="4733277" y="436206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624FA943-5C10-4429-B151-A44ED905309D}"/>
              </a:ext>
            </a:extLst>
          </p:cNvPr>
          <p:cNvCxnSpPr>
            <a:cxnSpLocks/>
          </p:cNvCxnSpPr>
          <p:nvPr/>
        </p:nvCxnSpPr>
        <p:spPr bwMode="auto">
          <a:xfrm>
            <a:off x="4501161" y="411003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156D1378-6C9A-4CE4-B042-5736020650E6}"/>
              </a:ext>
            </a:extLst>
          </p:cNvPr>
          <p:cNvCxnSpPr>
            <a:cxnSpLocks/>
          </p:cNvCxnSpPr>
          <p:nvPr/>
        </p:nvCxnSpPr>
        <p:spPr bwMode="auto">
          <a:xfrm>
            <a:off x="4639861" y="411003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0A8389FD-928A-49C0-B1F7-94D9B9FD9824}"/>
              </a:ext>
            </a:extLst>
          </p:cNvPr>
          <p:cNvCxnSpPr>
            <a:cxnSpLocks/>
          </p:cNvCxnSpPr>
          <p:nvPr/>
        </p:nvCxnSpPr>
        <p:spPr bwMode="auto">
          <a:xfrm flipH="1">
            <a:off x="4733277" y="449481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>
            <a:extLst>
              <a:ext uri="{FF2B5EF4-FFF2-40B4-BE49-F238E27FC236}">
                <a16:creationId xmlns:a16="http://schemas.microsoft.com/office/drawing/2014/main" id="{6BCB349E-76F1-4AF3-86E9-BD97BAD80BAE}"/>
              </a:ext>
            </a:extLst>
          </p:cNvPr>
          <p:cNvCxnSpPr>
            <a:cxnSpLocks/>
          </p:cNvCxnSpPr>
          <p:nvPr/>
        </p:nvCxnSpPr>
        <p:spPr bwMode="auto">
          <a:xfrm>
            <a:off x="4501161" y="457809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B874A832-41F5-47BD-A4A6-09A2F6D4980C}"/>
              </a:ext>
            </a:extLst>
          </p:cNvPr>
          <p:cNvCxnSpPr>
            <a:cxnSpLocks/>
          </p:cNvCxnSpPr>
          <p:nvPr/>
        </p:nvCxnSpPr>
        <p:spPr bwMode="auto">
          <a:xfrm>
            <a:off x="4645177" y="457809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>
            <a:extLst>
              <a:ext uri="{FF2B5EF4-FFF2-40B4-BE49-F238E27FC236}">
                <a16:creationId xmlns:a16="http://schemas.microsoft.com/office/drawing/2014/main" id="{66E9ABC2-A4CF-4F55-918D-C0D734F9D11F}"/>
              </a:ext>
            </a:extLst>
          </p:cNvPr>
          <p:cNvCxnSpPr>
            <a:cxnSpLocks/>
          </p:cNvCxnSpPr>
          <p:nvPr/>
        </p:nvCxnSpPr>
        <p:spPr bwMode="auto">
          <a:xfrm>
            <a:off x="4393281" y="4362067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B28B6440-AA87-4D8D-A7CD-CD7A6B80F8C4}"/>
              </a:ext>
            </a:extLst>
          </p:cNvPr>
          <p:cNvCxnSpPr>
            <a:cxnSpLocks/>
          </p:cNvCxnSpPr>
          <p:nvPr/>
        </p:nvCxnSpPr>
        <p:spPr bwMode="auto">
          <a:xfrm flipH="1">
            <a:off x="4169869" y="436206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48928BBD-60DF-4240-B128-D0C8CEC4BE0E}"/>
              </a:ext>
            </a:extLst>
          </p:cNvPr>
          <p:cNvCxnSpPr>
            <a:cxnSpLocks/>
          </p:cNvCxnSpPr>
          <p:nvPr/>
        </p:nvCxnSpPr>
        <p:spPr bwMode="auto">
          <a:xfrm flipH="1">
            <a:off x="4169869" y="449481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>
            <a:extLst>
              <a:ext uri="{FF2B5EF4-FFF2-40B4-BE49-F238E27FC236}">
                <a16:creationId xmlns:a16="http://schemas.microsoft.com/office/drawing/2014/main" id="{99C0715A-4FC0-4AA3-8967-10132EF14708}"/>
              </a:ext>
            </a:extLst>
          </p:cNvPr>
          <p:cNvCxnSpPr/>
          <p:nvPr/>
        </p:nvCxnSpPr>
        <p:spPr bwMode="auto">
          <a:xfrm flipV="1">
            <a:off x="3731683" y="4722107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4" name="文本框 51">
            <a:extLst>
              <a:ext uri="{FF2B5EF4-FFF2-40B4-BE49-F238E27FC236}">
                <a16:creationId xmlns:a16="http://schemas.microsoft.com/office/drawing/2014/main" id="{420CFD69-3E4C-4D18-B277-A201D29B8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2134" y="4254055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DA61AF47-A0AF-4A88-9333-333937D67698}"/>
              </a:ext>
            </a:extLst>
          </p:cNvPr>
          <p:cNvCxnSpPr>
            <a:cxnSpLocks/>
          </p:cNvCxnSpPr>
          <p:nvPr/>
        </p:nvCxnSpPr>
        <p:spPr bwMode="auto">
          <a:xfrm>
            <a:off x="3730014" y="4254055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12002A6D-1395-4DDE-A36C-2904B9D4D9B9}"/>
              </a:ext>
            </a:extLst>
          </p:cNvPr>
          <p:cNvCxnSpPr>
            <a:cxnSpLocks/>
          </p:cNvCxnSpPr>
          <p:nvPr/>
        </p:nvCxnSpPr>
        <p:spPr bwMode="auto">
          <a:xfrm flipH="1">
            <a:off x="3962130" y="436206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E05730F0-D3DD-4736-A7D2-537F0718350C}"/>
              </a:ext>
            </a:extLst>
          </p:cNvPr>
          <p:cNvCxnSpPr>
            <a:cxnSpLocks/>
          </p:cNvCxnSpPr>
          <p:nvPr/>
        </p:nvCxnSpPr>
        <p:spPr bwMode="auto">
          <a:xfrm>
            <a:off x="3730014" y="411003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E01A6233-E619-4EC4-A854-D8542EAC16F8}"/>
              </a:ext>
            </a:extLst>
          </p:cNvPr>
          <p:cNvCxnSpPr>
            <a:cxnSpLocks/>
          </p:cNvCxnSpPr>
          <p:nvPr/>
        </p:nvCxnSpPr>
        <p:spPr bwMode="auto">
          <a:xfrm>
            <a:off x="3868714" y="411003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接连接符 268">
            <a:extLst>
              <a:ext uri="{FF2B5EF4-FFF2-40B4-BE49-F238E27FC236}">
                <a16:creationId xmlns:a16="http://schemas.microsoft.com/office/drawing/2014/main" id="{4F66E1C0-5267-48FB-8323-F11E216A1148}"/>
              </a:ext>
            </a:extLst>
          </p:cNvPr>
          <p:cNvCxnSpPr>
            <a:cxnSpLocks/>
          </p:cNvCxnSpPr>
          <p:nvPr/>
        </p:nvCxnSpPr>
        <p:spPr bwMode="auto">
          <a:xfrm flipH="1">
            <a:off x="3962130" y="449481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D26BB269-516D-440F-9B8A-7DCB362D5051}"/>
              </a:ext>
            </a:extLst>
          </p:cNvPr>
          <p:cNvCxnSpPr>
            <a:cxnSpLocks/>
          </p:cNvCxnSpPr>
          <p:nvPr/>
        </p:nvCxnSpPr>
        <p:spPr bwMode="auto">
          <a:xfrm>
            <a:off x="3730014" y="457809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532618AD-0F4D-4367-AE7F-60309B865A54}"/>
              </a:ext>
            </a:extLst>
          </p:cNvPr>
          <p:cNvCxnSpPr>
            <a:cxnSpLocks/>
          </p:cNvCxnSpPr>
          <p:nvPr/>
        </p:nvCxnSpPr>
        <p:spPr bwMode="auto">
          <a:xfrm>
            <a:off x="3874030" y="457809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连接符 271">
            <a:extLst>
              <a:ext uri="{FF2B5EF4-FFF2-40B4-BE49-F238E27FC236}">
                <a16:creationId xmlns:a16="http://schemas.microsoft.com/office/drawing/2014/main" id="{3AF15C8E-2BE0-443D-BC5B-46155EA02CCD}"/>
              </a:ext>
            </a:extLst>
          </p:cNvPr>
          <p:cNvCxnSpPr>
            <a:cxnSpLocks/>
          </p:cNvCxnSpPr>
          <p:nvPr/>
        </p:nvCxnSpPr>
        <p:spPr bwMode="auto">
          <a:xfrm>
            <a:off x="3622134" y="4362067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F39BE4E9-26C8-4A81-BE90-DD5D850B3469}"/>
              </a:ext>
            </a:extLst>
          </p:cNvPr>
          <p:cNvCxnSpPr>
            <a:cxnSpLocks/>
          </p:cNvCxnSpPr>
          <p:nvPr/>
        </p:nvCxnSpPr>
        <p:spPr bwMode="auto">
          <a:xfrm flipH="1">
            <a:off x="3398722" y="436206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接连接符 273">
            <a:extLst>
              <a:ext uri="{FF2B5EF4-FFF2-40B4-BE49-F238E27FC236}">
                <a16:creationId xmlns:a16="http://schemas.microsoft.com/office/drawing/2014/main" id="{968FECB7-5819-4F70-832D-D9B93E1C3A93}"/>
              </a:ext>
            </a:extLst>
          </p:cNvPr>
          <p:cNvCxnSpPr>
            <a:cxnSpLocks/>
          </p:cNvCxnSpPr>
          <p:nvPr/>
        </p:nvCxnSpPr>
        <p:spPr bwMode="auto">
          <a:xfrm flipH="1">
            <a:off x="3398722" y="449481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E565F054-0EF6-4A1C-8412-7F6894BAF866}"/>
              </a:ext>
            </a:extLst>
          </p:cNvPr>
          <p:cNvCxnSpPr/>
          <p:nvPr/>
        </p:nvCxnSpPr>
        <p:spPr bwMode="auto">
          <a:xfrm flipV="1">
            <a:off x="2960536" y="4722107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7" name="文本框 51">
            <a:extLst>
              <a:ext uri="{FF2B5EF4-FFF2-40B4-BE49-F238E27FC236}">
                <a16:creationId xmlns:a16="http://schemas.microsoft.com/office/drawing/2014/main" id="{6CD4069E-8B94-4B98-8984-16DE5065F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516" y="4254055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50ACC6D3-ACA5-48E8-BB5F-8535083D47AE}"/>
              </a:ext>
            </a:extLst>
          </p:cNvPr>
          <p:cNvCxnSpPr>
            <a:cxnSpLocks/>
          </p:cNvCxnSpPr>
          <p:nvPr/>
        </p:nvCxnSpPr>
        <p:spPr bwMode="auto">
          <a:xfrm>
            <a:off x="2955396" y="4254055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9" name="直接连接符 278">
            <a:extLst>
              <a:ext uri="{FF2B5EF4-FFF2-40B4-BE49-F238E27FC236}">
                <a16:creationId xmlns:a16="http://schemas.microsoft.com/office/drawing/2014/main" id="{F0601132-CAC4-4880-98FC-CBB164D06C35}"/>
              </a:ext>
            </a:extLst>
          </p:cNvPr>
          <p:cNvCxnSpPr>
            <a:cxnSpLocks/>
          </p:cNvCxnSpPr>
          <p:nvPr/>
        </p:nvCxnSpPr>
        <p:spPr bwMode="auto">
          <a:xfrm flipH="1">
            <a:off x="3187512" y="436206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:a16="http://schemas.microsoft.com/office/drawing/2014/main" id="{6EF9E55B-0E18-4732-B2F3-363427D6D383}"/>
              </a:ext>
            </a:extLst>
          </p:cNvPr>
          <p:cNvCxnSpPr>
            <a:cxnSpLocks/>
          </p:cNvCxnSpPr>
          <p:nvPr/>
        </p:nvCxnSpPr>
        <p:spPr bwMode="auto">
          <a:xfrm>
            <a:off x="2955396" y="411003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接连接符 280">
            <a:extLst>
              <a:ext uri="{FF2B5EF4-FFF2-40B4-BE49-F238E27FC236}">
                <a16:creationId xmlns:a16="http://schemas.microsoft.com/office/drawing/2014/main" id="{A23C7C35-C3AE-4722-A6BC-2A68E87E55E9}"/>
              </a:ext>
            </a:extLst>
          </p:cNvPr>
          <p:cNvCxnSpPr>
            <a:cxnSpLocks/>
          </p:cNvCxnSpPr>
          <p:nvPr/>
        </p:nvCxnSpPr>
        <p:spPr bwMode="auto">
          <a:xfrm>
            <a:off x="3099412" y="411003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接连接符 281">
            <a:extLst>
              <a:ext uri="{FF2B5EF4-FFF2-40B4-BE49-F238E27FC236}">
                <a16:creationId xmlns:a16="http://schemas.microsoft.com/office/drawing/2014/main" id="{A4D4F8A8-E945-491B-9000-6422832D2B67}"/>
              </a:ext>
            </a:extLst>
          </p:cNvPr>
          <p:cNvCxnSpPr>
            <a:cxnSpLocks/>
          </p:cNvCxnSpPr>
          <p:nvPr/>
        </p:nvCxnSpPr>
        <p:spPr bwMode="auto">
          <a:xfrm flipH="1">
            <a:off x="3187512" y="449481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接连接符 282">
            <a:extLst>
              <a:ext uri="{FF2B5EF4-FFF2-40B4-BE49-F238E27FC236}">
                <a16:creationId xmlns:a16="http://schemas.microsoft.com/office/drawing/2014/main" id="{F4EA3011-B8C4-4D0A-8BF0-71FDC1F7F07F}"/>
              </a:ext>
            </a:extLst>
          </p:cNvPr>
          <p:cNvCxnSpPr>
            <a:cxnSpLocks/>
          </p:cNvCxnSpPr>
          <p:nvPr/>
        </p:nvCxnSpPr>
        <p:spPr bwMode="auto">
          <a:xfrm>
            <a:off x="2955396" y="457809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连接符 283">
            <a:extLst>
              <a:ext uri="{FF2B5EF4-FFF2-40B4-BE49-F238E27FC236}">
                <a16:creationId xmlns:a16="http://schemas.microsoft.com/office/drawing/2014/main" id="{54F8CF58-EB00-433E-AE31-F4918B34162E}"/>
              </a:ext>
            </a:extLst>
          </p:cNvPr>
          <p:cNvCxnSpPr>
            <a:cxnSpLocks/>
          </p:cNvCxnSpPr>
          <p:nvPr/>
        </p:nvCxnSpPr>
        <p:spPr bwMode="auto">
          <a:xfrm>
            <a:off x="3099412" y="457809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接连接符 284">
            <a:extLst>
              <a:ext uri="{FF2B5EF4-FFF2-40B4-BE49-F238E27FC236}">
                <a16:creationId xmlns:a16="http://schemas.microsoft.com/office/drawing/2014/main" id="{AB7EE0E3-821A-48BE-AFE4-E067EC837CE1}"/>
              </a:ext>
            </a:extLst>
          </p:cNvPr>
          <p:cNvCxnSpPr>
            <a:cxnSpLocks/>
          </p:cNvCxnSpPr>
          <p:nvPr/>
        </p:nvCxnSpPr>
        <p:spPr bwMode="auto">
          <a:xfrm>
            <a:off x="2847516" y="4362067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6" name="直接连接符 285">
            <a:extLst>
              <a:ext uri="{FF2B5EF4-FFF2-40B4-BE49-F238E27FC236}">
                <a16:creationId xmlns:a16="http://schemas.microsoft.com/office/drawing/2014/main" id="{3F1D148B-A6E6-4029-9FAF-6666EFFCE627}"/>
              </a:ext>
            </a:extLst>
          </p:cNvPr>
          <p:cNvCxnSpPr>
            <a:cxnSpLocks/>
          </p:cNvCxnSpPr>
          <p:nvPr/>
        </p:nvCxnSpPr>
        <p:spPr bwMode="auto">
          <a:xfrm flipH="1">
            <a:off x="2624104" y="436206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连接符 286">
            <a:extLst>
              <a:ext uri="{FF2B5EF4-FFF2-40B4-BE49-F238E27FC236}">
                <a16:creationId xmlns:a16="http://schemas.microsoft.com/office/drawing/2014/main" id="{01CBF480-3772-4B10-B949-56CF8626AB0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24104" y="449481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FA6AA657-C0F4-460A-9FDD-0FCC95213F40}"/>
              </a:ext>
            </a:extLst>
          </p:cNvPr>
          <p:cNvCxnSpPr/>
          <p:nvPr/>
        </p:nvCxnSpPr>
        <p:spPr bwMode="auto">
          <a:xfrm flipV="1">
            <a:off x="2185918" y="4722107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0" name="文本框 51">
            <a:extLst>
              <a:ext uri="{FF2B5EF4-FFF2-40B4-BE49-F238E27FC236}">
                <a16:creationId xmlns:a16="http://schemas.microsoft.com/office/drawing/2014/main" id="{3D867C08-461B-4CC5-A65C-8B1DA49C6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6369" y="4254055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20687903-60E4-4646-8AA9-B2076DBFFCF7}"/>
              </a:ext>
            </a:extLst>
          </p:cNvPr>
          <p:cNvCxnSpPr>
            <a:cxnSpLocks/>
          </p:cNvCxnSpPr>
          <p:nvPr/>
        </p:nvCxnSpPr>
        <p:spPr bwMode="auto">
          <a:xfrm>
            <a:off x="2184249" y="4254055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2" name="直接连接符 291">
            <a:extLst>
              <a:ext uri="{FF2B5EF4-FFF2-40B4-BE49-F238E27FC236}">
                <a16:creationId xmlns:a16="http://schemas.microsoft.com/office/drawing/2014/main" id="{0A8174B3-3A57-41D5-9802-FCD6BD30F967}"/>
              </a:ext>
            </a:extLst>
          </p:cNvPr>
          <p:cNvCxnSpPr>
            <a:cxnSpLocks/>
          </p:cNvCxnSpPr>
          <p:nvPr/>
        </p:nvCxnSpPr>
        <p:spPr bwMode="auto">
          <a:xfrm flipH="1">
            <a:off x="2416365" y="436206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连接符 292">
            <a:extLst>
              <a:ext uri="{FF2B5EF4-FFF2-40B4-BE49-F238E27FC236}">
                <a16:creationId xmlns:a16="http://schemas.microsoft.com/office/drawing/2014/main" id="{4FF18992-2A7C-4193-A108-35CC525AC1F0}"/>
              </a:ext>
            </a:extLst>
          </p:cNvPr>
          <p:cNvCxnSpPr>
            <a:cxnSpLocks/>
          </p:cNvCxnSpPr>
          <p:nvPr/>
        </p:nvCxnSpPr>
        <p:spPr bwMode="auto">
          <a:xfrm>
            <a:off x="2184249" y="411003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708F6EDC-F459-4934-8765-F504339F057D}"/>
              </a:ext>
            </a:extLst>
          </p:cNvPr>
          <p:cNvCxnSpPr>
            <a:cxnSpLocks/>
          </p:cNvCxnSpPr>
          <p:nvPr/>
        </p:nvCxnSpPr>
        <p:spPr bwMode="auto">
          <a:xfrm>
            <a:off x="2328265" y="411003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90F10206-ADAE-4AA6-A9CB-EC6469C6D0C5}"/>
              </a:ext>
            </a:extLst>
          </p:cNvPr>
          <p:cNvCxnSpPr>
            <a:cxnSpLocks/>
          </p:cNvCxnSpPr>
          <p:nvPr/>
        </p:nvCxnSpPr>
        <p:spPr bwMode="auto">
          <a:xfrm flipH="1">
            <a:off x="2416365" y="449481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32FBAE54-9AD3-44F4-A853-46B1DCE9309A}"/>
              </a:ext>
            </a:extLst>
          </p:cNvPr>
          <p:cNvCxnSpPr>
            <a:cxnSpLocks/>
          </p:cNvCxnSpPr>
          <p:nvPr/>
        </p:nvCxnSpPr>
        <p:spPr bwMode="auto">
          <a:xfrm>
            <a:off x="2184249" y="457809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CB49216A-F989-4413-A732-1A687AC626F1}"/>
              </a:ext>
            </a:extLst>
          </p:cNvPr>
          <p:cNvCxnSpPr>
            <a:cxnSpLocks/>
          </p:cNvCxnSpPr>
          <p:nvPr/>
        </p:nvCxnSpPr>
        <p:spPr bwMode="auto">
          <a:xfrm>
            <a:off x="2328265" y="457809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D763F786-07BC-4C82-8431-D4BE66BFD68C}"/>
              </a:ext>
            </a:extLst>
          </p:cNvPr>
          <p:cNvCxnSpPr>
            <a:cxnSpLocks/>
          </p:cNvCxnSpPr>
          <p:nvPr/>
        </p:nvCxnSpPr>
        <p:spPr bwMode="auto">
          <a:xfrm>
            <a:off x="2076369" y="4362067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9" name="直接连接符 298">
            <a:extLst>
              <a:ext uri="{FF2B5EF4-FFF2-40B4-BE49-F238E27FC236}">
                <a16:creationId xmlns:a16="http://schemas.microsoft.com/office/drawing/2014/main" id="{3E8E84C3-2212-48FD-86E9-98A984D3FEB6}"/>
              </a:ext>
            </a:extLst>
          </p:cNvPr>
          <p:cNvCxnSpPr>
            <a:cxnSpLocks/>
          </p:cNvCxnSpPr>
          <p:nvPr/>
        </p:nvCxnSpPr>
        <p:spPr bwMode="auto">
          <a:xfrm flipH="1">
            <a:off x="1852957" y="4362067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A8E4A8F6-A745-4373-B56D-4CEB1CB5F0B8}"/>
              </a:ext>
            </a:extLst>
          </p:cNvPr>
          <p:cNvCxnSpPr>
            <a:cxnSpLocks/>
          </p:cNvCxnSpPr>
          <p:nvPr/>
        </p:nvCxnSpPr>
        <p:spPr bwMode="auto">
          <a:xfrm flipH="1">
            <a:off x="1852957" y="4494815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连接符 300">
            <a:extLst>
              <a:ext uri="{FF2B5EF4-FFF2-40B4-BE49-F238E27FC236}">
                <a16:creationId xmlns:a16="http://schemas.microsoft.com/office/drawing/2014/main" id="{187B88CE-A446-42A4-B888-2AEFDD275986}"/>
              </a:ext>
            </a:extLst>
          </p:cNvPr>
          <p:cNvCxnSpPr/>
          <p:nvPr/>
        </p:nvCxnSpPr>
        <p:spPr bwMode="auto">
          <a:xfrm flipV="1">
            <a:off x="1414771" y="4722107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3" name="文本框 51">
            <a:extLst>
              <a:ext uri="{FF2B5EF4-FFF2-40B4-BE49-F238E27FC236}">
                <a16:creationId xmlns:a16="http://schemas.microsoft.com/office/drawing/2014/main" id="{395C1C3A-5FA2-4218-962A-812D0A227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671" y="5036102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04" name="直接连接符 303">
            <a:extLst>
              <a:ext uri="{FF2B5EF4-FFF2-40B4-BE49-F238E27FC236}">
                <a16:creationId xmlns:a16="http://schemas.microsoft.com/office/drawing/2014/main" id="{A2F5EC09-1171-42B3-9D91-10AEE5617AAF}"/>
              </a:ext>
            </a:extLst>
          </p:cNvPr>
          <p:cNvCxnSpPr>
            <a:cxnSpLocks/>
          </p:cNvCxnSpPr>
          <p:nvPr/>
        </p:nvCxnSpPr>
        <p:spPr bwMode="auto">
          <a:xfrm>
            <a:off x="3731551" y="5036102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5" name="直接连接符 304">
            <a:extLst>
              <a:ext uri="{FF2B5EF4-FFF2-40B4-BE49-F238E27FC236}">
                <a16:creationId xmlns:a16="http://schemas.microsoft.com/office/drawing/2014/main" id="{BDA3F81A-D89C-4008-A286-0F22005E2D95}"/>
              </a:ext>
            </a:extLst>
          </p:cNvPr>
          <p:cNvCxnSpPr>
            <a:cxnSpLocks/>
          </p:cNvCxnSpPr>
          <p:nvPr/>
        </p:nvCxnSpPr>
        <p:spPr bwMode="auto">
          <a:xfrm flipH="1">
            <a:off x="3963667" y="5144114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连接符 305">
            <a:extLst>
              <a:ext uri="{FF2B5EF4-FFF2-40B4-BE49-F238E27FC236}">
                <a16:creationId xmlns:a16="http://schemas.microsoft.com/office/drawing/2014/main" id="{BE0B4C55-BDBE-4507-BDB1-33504820DFB3}"/>
              </a:ext>
            </a:extLst>
          </p:cNvPr>
          <p:cNvCxnSpPr>
            <a:cxnSpLocks/>
          </p:cNvCxnSpPr>
          <p:nvPr/>
        </p:nvCxnSpPr>
        <p:spPr bwMode="auto">
          <a:xfrm>
            <a:off x="3731551" y="4892086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连接符 306">
            <a:extLst>
              <a:ext uri="{FF2B5EF4-FFF2-40B4-BE49-F238E27FC236}">
                <a16:creationId xmlns:a16="http://schemas.microsoft.com/office/drawing/2014/main" id="{0A4D2A15-200C-475F-A30F-9417A48F8CC6}"/>
              </a:ext>
            </a:extLst>
          </p:cNvPr>
          <p:cNvCxnSpPr>
            <a:cxnSpLocks/>
          </p:cNvCxnSpPr>
          <p:nvPr/>
        </p:nvCxnSpPr>
        <p:spPr bwMode="auto">
          <a:xfrm>
            <a:off x="3875567" y="4892086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>
            <a:extLst>
              <a:ext uri="{FF2B5EF4-FFF2-40B4-BE49-F238E27FC236}">
                <a16:creationId xmlns:a16="http://schemas.microsoft.com/office/drawing/2014/main" id="{6C32FA91-65B3-4832-8819-AAF217CFDFB2}"/>
              </a:ext>
            </a:extLst>
          </p:cNvPr>
          <p:cNvCxnSpPr>
            <a:cxnSpLocks/>
          </p:cNvCxnSpPr>
          <p:nvPr/>
        </p:nvCxnSpPr>
        <p:spPr bwMode="auto">
          <a:xfrm flipH="1">
            <a:off x="3963667" y="5276862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>
            <a:extLst>
              <a:ext uri="{FF2B5EF4-FFF2-40B4-BE49-F238E27FC236}">
                <a16:creationId xmlns:a16="http://schemas.microsoft.com/office/drawing/2014/main" id="{2B7E91E4-9232-457A-8BA6-1FECD46D8550}"/>
              </a:ext>
            </a:extLst>
          </p:cNvPr>
          <p:cNvCxnSpPr>
            <a:cxnSpLocks/>
          </p:cNvCxnSpPr>
          <p:nvPr/>
        </p:nvCxnSpPr>
        <p:spPr bwMode="auto">
          <a:xfrm>
            <a:off x="3731551" y="536013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B1871FCE-847A-4053-A419-8811E7BCC30F}"/>
              </a:ext>
            </a:extLst>
          </p:cNvPr>
          <p:cNvCxnSpPr>
            <a:cxnSpLocks/>
          </p:cNvCxnSpPr>
          <p:nvPr/>
        </p:nvCxnSpPr>
        <p:spPr bwMode="auto">
          <a:xfrm>
            <a:off x="3875567" y="5360138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1FF04516-082F-40D3-AF70-A9FEFEFBCCB7}"/>
              </a:ext>
            </a:extLst>
          </p:cNvPr>
          <p:cNvCxnSpPr>
            <a:cxnSpLocks/>
          </p:cNvCxnSpPr>
          <p:nvPr/>
        </p:nvCxnSpPr>
        <p:spPr bwMode="auto">
          <a:xfrm>
            <a:off x="3623671" y="5144114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2" name="直接连接符 311">
            <a:extLst>
              <a:ext uri="{FF2B5EF4-FFF2-40B4-BE49-F238E27FC236}">
                <a16:creationId xmlns:a16="http://schemas.microsoft.com/office/drawing/2014/main" id="{7F7A1313-5298-4A4F-A488-192F4ABF3A28}"/>
              </a:ext>
            </a:extLst>
          </p:cNvPr>
          <p:cNvCxnSpPr>
            <a:cxnSpLocks/>
          </p:cNvCxnSpPr>
          <p:nvPr/>
        </p:nvCxnSpPr>
        <p:spPr bwMode="auto">
          <a:xfrm flipH="1">
            <a:off x="3400259" y="5144114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连接符 312">
            <a:extLst>
              <a:ext uri="{FF2B5EF4-FFF2-40B4-BE49-F238E27FC236}">
                <a16:creationId xmlns:a16="http://schemas.microsoft.com/office/drawing/2014/main" id="{51251CAB-8903-4D0A-993A-363582F63FA7}"/>
              </a:ext>
            </a:extLst>
          </p:cNvPr>
          <p:cNvCxnSpPr>
            <a:cxnSpLocks/>
          </p:cNvCxnSpPr>
          <p:nvPr/>
        </p:nvCxnSpPr>
        <p:spPr bwMode="auto">
          <a:xfrm flipH="1">
            <a:off x="3400259" y="5276862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文本框 51">
            <a:extLst>
              <a:ext uri="{FF2B5EF4-FFF2-40B4-BE49-F238E27FC236}">
                <a16:creationId xmlns:a16="http://schemas.microsoft.com/office/drawing/2014/main" id="{AC0B3C13-0783-4A2D-8373-5873A509E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2524" y="5036102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17" name="直接连接符 316">
            <a:extLst>
              <a:ext uri="{FF2B5EF4-FFF2-40B4-BE49-F238E27FC236}">
                <a16:creationId xmlns:a16="http://schemas.microsoft.com/office/drawing/2014/main" id="{8AB9A3BF-798E-479C-9918-91D3BE309EB3}"/>
              </a:ext>
            </a:extLst>
          </p:cNvPr>
          <p:cNvCxnSpPr>
            <a:cxnSpLocks/>
          </p:cNvCxnSpPr>
          <p:nvPr/>
        </p:nvCxnSpPr>
        <p:spPr bwMode="auto">
          <a:xfrm>
            <a:off x="2960404" y="5036102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8" name="直接连接符 317">
            <a:extLst>
              <a:ext uri="{FF2B5EF4-FFF2-40B4-BE49-F238E27FC236}">
                <a16:creationId xmlns:a16="http://schemas.microsoft.com/office/drawing/2014/main" id="{155C1028-EFEB-4C66-9F07-8887F7E53476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2520" y="5144114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连接符 318">
            <a:extLst>
              <a:ext uri="{FF2B5EF4-FFF2-40B4-BE49-F238E27FC236}">
                <a16:creationId xmlns:a16="http://schemas.microsoft.com/office/drawing/2014/main" id="{06FCCE9C-D1EA-4597-8342-F643576F5B81}"/>
              </a:ext>
            </a:extLst>
          </p:cNvPr>
          <p:cNvCxnSpPr>
            <a:cxnSpLocks/>
          </p:cNvCxnSpPr>
          <p:nvPr/>
        </p:nvCxnSpPr>
        <p:spPr bwMode="auto">
          <a:xfrm>
            <a:off x="2960404" y="4892086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连接符 319">
            <a:extLst>
              <a:ext uri="{FF2B5EF4-FFF2-40B4-BE49-F238E27FC236}">
                <a16:creationId xmlns:a16="http://schemas.microsoft.com/office/drawing/2014/main" id="{E1508A91-83BA-4CCE-B982-1BF0CAB9BE6F}"/>
              </a:ext>
            </a:extLst>
          </p:cNvPr>
          <p:cNvCxnSpPr>
            <a:cxnSpLocks/>
          </p:cNvCxnSpPr>
          <p:nvPr/>
        </p:nvCxnSpPr>
        <p:spPr bwMode="auto">
          <a:xfrm>
            <a:off x="3099104" y="4892086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连接符 320">
            <a:extLst>
              <a:ext uri="{FF2B5EF4-FFF2-40B4-BE49-F238E27FC236}">
                <a16:creationId xmlns:a16="http://schemas.microsoft.com/office/drawing/2014/main" id="{B4C3DC37-3740-4BAE-B28F-FFB28A14D951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2520" y="5276862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>
            <a:extLst>
              <a:ext uri="{FF2B5EF4-FFF2-40B4-BE49-F238E27FC236}">
                <a16:creationId xmlns:a16="http://schemas.microsoft.com/office/drawing/2014/main" id="{020E4B61-9653-49E0-B6E8-BFCC7003B21D}"/>
              </a:ext>
            </a:extLst>
          </p:cNvPr>
          <p:cNvCxnSpPr>
            <a:cxnSpLocks/>
          </p:cNvCxnSpPr>
          <p:nvPr/>
        </p:nvCxnSpPr>
        <p:spPr bwMode="auto">
          <a:xfrm>
            <a:off x="2960404" y="536013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连接符 322">
            <a:extLst>
              <a:ext uri="{FF2B5EF4-FFF2-40B4-BE49-F238E27FC236}">
                <a16:creationId xmlns:a16="http://schemas.microsoft.com/office/drawing/2014/main" id="{2C224CC6-8B0F-4BDC-880F-3E01DAC63811}"/>
              </a:ext>
            </a:extLst>
          </p:cNvPr>
          <p:cNvCxnSpPr>
            <a:cxnSpLocks/>
          </p:cNvCxnSpPr>
          <p:nvPr/>
        </p:nvCxnSpPr>
        <p:spPr bwMode="auto">
          <a:xfrm>
            <a:off x="3104420" y="5360138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>
            <a:extLst>
              <a:ext uri="{FF2B5EF4-FFF2-40B4-BE49-F238E27FC236}">
                <a16:creationId xmlns:a16="http://schemas.microsoft.com/office/drawing/2014/main" id="{7C033582-478B-43E6-8F4B-1DC8F13E791B}"/>
              </a:ext>
            </a:extLst>
          </p:cNvPr>
          <p:cNvCxnSpPr>
            <a:cxnSpLocks/>
          </p:cNvCxnSpPr>
          <p:nvPr/>
        </p:nvCxnSpPr>
        <p:spPr bwMode="auto">
          <a:xfrm>
            <a:off x="2852524" y="5144114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5" name="直接连接符 324">
            <a:extLst>
              <a:ext uri="{FF2B5EF4-FFF2-40B4-BE49-F238E27FC236}">
                <a16:creationId xmlns:a16="http://schemas.microsoft.com/office/drawing/2014/main" id="{528F0693-2E11-4116-9774-3F388FE45C87}"/>
              </a:ext>
            </a:extLst>
          </p:cNvPr>
          <p:cNvCxnSpPr>
            <a:cxnSpLocks/>
          </p:cNvCxnSpPr>
          <p:nvPr/>
        </p:nvCxnSpPr>
        <p:spPr bwMode="auto">
          <a:xfrm flipH="1">
            <a:off x="2629112" y="5144114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接连接符 325">
            <a:extLst>
              <a:ext uri="{FF2B5EF4-FFF2-40B4-BE49-F238E27FC236}">
                <a16:creationId xmlns:a16="http://schemas.microsoft.com/office/drawing/2014/main" id="{FFBD33FC-7ED1-4861-896F-86E7235A3C5E}"/>
              </a:ext>
            </a:extLst>
          </p:cNvPr>
          <p:cNvCxnSpPr>
            <a:cxnSpLocks/>
          </p:cNvCxnSpPr>
          <p:nvPr/>
        </p:nvCxnSpPr>
        <p:spPr bwMode="auto">
          <a:xfrm flipH="1">
            <a:off x="2629112" y="5276862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51">
            <a:extLst>
              <a:ext uri="{FF2B5EF4-FFF2-40B4-BE49-F238E27FC236}">
                <a16:creationId xmlns:a16="http://schemas.microsoft.com/office/drawing/2014/main" id="{29F0C36C-6C76-4C52-A614-E938B8B7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7906" y="5036102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30" name="直接连接符 329">
            <a:extLst>
              <a:ext uri="{FF2B5EF4-FFF2-40B4-BE49-F238E27FC236}">
                <a16:creationId xmlns:a16="http://schemas.microsoft.com/office/drawing/2014/main" id="{E007C98C-D2F2-41A1-A7C4-EC0F8F8840AC}"/>
              </a:ext>
            </a:extLst>
          </p:cNvPr>
          <p:cNvCxnSpPr>
            <a:cxnSpLocks/>
          </p:cNvCxnSpPr>
          <p:nvPr/>
        </p:nvCxnSpPr>
        <p:spPr bwMode="auto">
          <a:xfrm>
            <a:off x="2185786" y="5036102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1" name="直接连接符 330">
            <a:extLst>
              <a:ext uri="{FF2B5EF4-FFF2-40B4-BE49-F238E27FC236}">
                <a16:creationId xmlns:a16="http://schemas.microsoft.com/office/drawing/2014/main" id="{08CA183F-02C0-4CDD-A122-AAF592D18CEE}"/>
              </a:ext>
            </a:extLst>
          </p:cNvPr>
          <p:cNvCxnSpPr>
            <a:cxnSpLocks/>
          </p:cNvCxnSpPr>
          <p:nvPr/>
        </p:nvCxnSpPr>
        <p:spPr bwMode="auto">
          <a:xfrm flipH="1">
            <a:off x="2417902" y="5144114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>
            <a:extLst>
              <a:ext uri="{FF2B5EF4-FFF2-40B4-BE49-F238E27FC236}">
                <a16:creationId xmlns:a16="http://schemas.microsoft.com/office/drawing/2014/main" id="{811BCCF0-282B-4AE9-9729-24F4A6953AD8}"/>
              </a:ext>
            </a:extLst>
          </p:cNvPr>
          <p:cNvCxnSpPr>
            <a:cxnSpLocks/>
          </p:cNvCxnSpPr>
          <p:nvPr/>
        </p:nvCxnSpPr>
        <p:spPr bwMode="auto">
          <a:xfrm>
            <a:off x="2185786" y="4892086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>
            <a:extLst>
              <a:ext uri="{FF2B5EF4-FFF2-40B4-BE49-F238E27FC236}">
                <a16:creationId xmlns:a16="http://schemas.microsoft.com/office/drawing/2014/main" id="{552E5B83-B217-4A49-9E12-CD05A0137B73}"/>
              </a:ext>
            </a:extLst>
          </p:cNvPr>
          <p:cNvCxnSpPr>
            <a:cxnSpLocks/>
          </p:cNvCxnSpPr>
          <p:nvPr/>
        </p:nvCxnSpPr>
        <p:spPr bwMode="auto">
          <a:xfrm>
            <a:off x="2329802" y="4892086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连接符 333">
            <a:extLst>
              <a:ext uri="{FF2B5EF4-FFF2-40B4-BE49-F238E27FC236}">
                <a16:creationId xmlns:a16="http://schemas.microsoft.com/office/drawing/2014/main" id="{E68C3353-AEA1-4F30-8552-795BB9AE0AB8}"/>
              </a:ext>
            </a:extLst>
          </p:cNvPr>
          <p:cNvCxnSpPr>
            <a:cxnSpLocks/>
          </p:cNvCxnSpPr>
          <p:nvPr/>
        </p:nvCxnSpPr>
        <p:spPr bwMode="auto">
          <a:xfrm flipH="1">
            <a:off x="2417902" y="5276862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>
            <a:extLst>
              <a:ext uri="{FF2B5EF4-FFF2-40B4-BE49-F238E27FC236}">
                <a16:creationId xmlns:a16="http://schemas.microsoft.com/office/drawing/2014/main" id="{DFE24297-A8F3-48BC-917A-421FE56A16CC}"/>
              </a:ext>
            </a:extLst>
          </p:cNvPr>
          <p:cNvCxnSpPr>
            <a:cxnSpLocks/>
          </p:cNvCxnSpPr>
          <p:nvPr/>
        </p:nvCxnSpPr>
        <p:spPr bwMode="auto">
          <a:xfrm>
            <a:off x="2185786" y="536013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>
            <a:extLst>
              <a:ext uri="{FF2B5EF4-FFF2-40B4-BE49-F238E27FC236}">
                <a16:creationId xmlns:a16="http://schemas.microsoft.com/office/drawing/2014/main" id="{701B6238-91D5-4F36-8C64-D58A5FBE4AC6}"/>
              </a:ext>
            </a:extLst>
          </p:cNvPr>
          <p:cNvCxnSpPr>
            <a:cxnSpLocks/>
          </p:cNvCxnSpPr>
          <p:nvPr/>
        </p:nvCxnSpPr>
        <p:spPr bwMode="auto">
          <a:xfrm>
            <a:off x="2329802" y="5360138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4319A493-9529-45DC-A5E9-E418DE0956DB}"/>
              </a:ext>
            </a:extLst>
          </p:cNvPr>
          <p:cNvCxnSpPr>
            <a:cxnSpLocks/>
          </p:cNvCxnSpPr>
          <p:nvPr/>
        </p:nvCxnSpPr>
        <p:spPr bwMode="auto">
          <a:xfrm>
            <a:off x="2077906" y="5144114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8" name="直接连接符 337">
            <a:extLst>
              <a:ext uri="{FF2B5EF4-FFF2-40B4-BE49-F238E27FC236}">
                <a16:creationId xmlns:a16="http://schemas.microsoft.com/office/drawing/2014/main" id="{13EFCD5E-4DD2-45A7-889A-0D86FCDD8E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854494" y="5144114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连接符 338">
            <a:extLst>
              <a:ext uri="{FF2B5EF4-FFF2-40B4-BE49-F238E27FC236}">
                <a16:creationId xmlns:a16="http://schemas.microsoft.com/office/drawing/2014/main" id="{C5EC50E9-F9AC-4F91-8991-D80C7ACB47F7}"/>
              </a:ext>
            </a:extLst>
          </p:cNvPr>
          <p:cNvCxnSpPr>
            <a:cxnSpLocks/>
          </p:cNvCxnSpPr>
          <p:nvPr/>
        </p:nvCxnSpPr>
        <p:spPr bwMode="auto">
          <a:xfrm flipH="1">
            <a:off x="1854494" y="5276862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文本框 51">
            <a:extLst>
              <a:ext uri="{FF2B5EF4-FFF2-40B4-BE49-F238E27FC236}">
                <a16:creationId xmlns:a16="http://schemas.microsoft.com/office/drawing/2014/main" id="{DE9EE8F4-807B-4CF2-BCD2-74763508F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759" y="5036102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43" name="直接连接符 342">
            <a:extLst>
              <a:ext uri="{FF2B5EF4-FFF2-40B4-BE49-F238E27FC236}">
                <a16:creationId xmlns:a16="http://schemas.microsoft.com/office/drawing/2014/main" id="{73D73B9A-423F-4712-8EAB-3E4F73862826}"/>
              </a:ext>
            </a:extLst>
          </p:cNvPr>
          <p:cNvCxnSpPr>
            <a:cxnSpLocks/>
          </p:cNvCxnSpPr>
          <p:nvPr/>
        </p:nvCxnSpPr>
        <p:spPr bwMode="auto">
          <a:xfrm>
            <a:off x="1414639" y="5036102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4" name="直接连接符 343">
            <a:extLst>
              <a:ext uri="{FF2B5EF4-FFF2-40B4-BE49-F238E27FC236}">
                <a16:creationId xmlns:a16="http://schemas.microsoft.com/office/drawing/2014/main" id="{578CD613-F464-4F68-8F96-76B1B17DAB19}"/>
              </a:ext>
            </a:extLst>
          </p:cNvPr>
          <p:cNvCxnSpPr>
            <a:cxnSpLocks/>
          </p:cNvCxnSpPr>
          <p:nvPr/>
        </p:nvCxnSpPr>
        <p:spPr bwMode="auto">
          <a:xfrm flipH="1">
            <a:off x="1646755" y="5144114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EAC9CF99-CC2B-421C-B915-AD441B7C405A}"/>
              </a:ext>
            </a:extLst>
          </p:cNvPr>
          <p:cNvCxnSpPr>
            <a:cxnSpLocks/>
          </p:cNvCxnSpPr>
          <p:nvPr/>
        </p:nvCxnSpPr>
        <p:spPr bwMode="auto">
          <a:xfrm>
            <a:off x="1414639" y="4892086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连接符 345">
            <a:extLst>
              <a:ext uri="{FF2B5EF4-FFF2-40B4-BE49-F238E27FC236}">
                <a16:creationId xmlns:a16="http://schemas.microsoft.com/office/drawing/2014/main" id="{37E28B94-F73B-40FA-AE3F-2CDBBA5A0C24}"/>
              </a:ext>
            </a:extLst>
          </p:cNvPr>
          <p:cNvCxnSpPr>
            <a:cxnSpLocks/>
          </p:cNvCxnSpPr>
          <p:nvPr/>
        </p:nvCxnSpPr>
        <p:spPr bwMode="auto">
          <a:xfrm>
            <a:off x="1558655" y="4892086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连接符 346">
            <a:extLst>
              <a:ext uri="{FF2B5EF4-FFF2-40B4-BE49-F238E27FC236}">
                <a16:creationId xmlns:a16="http://schemas.microsoft.com/office/drawing/2014/main" id="{1373FE11-15F7-4A4E-B295-AB94925658EF}"/>
              </a:ext>
            </a:extLst>
          </p:cNvPr>
          <p:cNvCxnSpPr>
            <a:cxnSpLocks/>
          </p:cNvCxnSpPr>
          <p:nvPr/>
        </p:nvCxnSpPr>
        <p:spPr bwMode="auto">
          <a:xfrm flipH="1">
            <a:off x="1646755" y="5276862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>
            <a:extLst>
              <a:ext uri="{FF2B5EF4-FFF2-40B4-BE49-F238E27FC236}">
                <a16:creationId xmlns:a16="http://schemas.microsoft.com/office/drawing/2014/main" id="{E1CC2D5E-B585-49EB-A9EF-6160AE7162BD}"/>
              </a:ext>
            </a:extLst>
          </p:cNvPr>
          <p:cNvCxnSpPr>
            <a:cxnSpLocks/>
          </p:cNvCxnSpPr>
          <p:nvPr/>
        </p:nvCxnSpPr>
        <p:spPr bwMode="auto">
          <a:xfrm>
            <a:off x="1414639" y="536013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>
            <a:extLst>
              <a:ext uri="{FF2B5EF4-FFF2-40B4-BE49-F238E27FC236}">
                <a16:creationId xmlns:a16="http://schemas.microsoft.com/office/drawing/2014/main" id="{F9B6DD15-5535-4E2E-A9A6-B60601B2627D}"/>
              </a:ext>
            </a:extLst>
          </p:cNvPr>
          <p:cNvCxnSpPr>
            <a:cxnSpLocks/>
          </p:cNvCxnSpPr>
          <p:nvPr/>
        </p:nvCxnSpPr>
        <p:spPr bwMode="auto">
          <a:xfrm>
            <a:off x="1558655" y="5360138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直接连接符 349">
            <a:extLst>
              <a:ext uri="{FF2B5EF4-FFF2-40B4-BE49-F238E27FC236}">
                <a16:creationId xmlns:a16="http://schemas.microsoft.com/office/drawing/2014/main" id="{8DD330FC-43CB-4272-A491-95D92DA3ABE7}"/>
              </a:ext>
            </a:extLst>
          </p:cNvPr>
          <p:cNvCxnSpPr>
            <a:cxnSpLocks/>
          </p:cNvCxnSpPr>
          <p:nvPr/>
        </p:nvCxnSpPr>
        <p:spPr bwMode="auto">
          <a:xfrm>
            <a:off x="1306759" y="5144114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1" name="直接连接符 350">
            <a:extLst>
              <a:ext uri="{FF2B5EF4-FFF2-40B4-BE49-F238E27FC236}">
                <a16:creationId xmlns:a16="http://schemas.microsoft.com/office/drawing/2014/main" id="{35BCC97A-FBE6-4409-91A1-4C4CB785E0FD}"/>
              </a:ext>
            </a:extLst>
          </p:cNvPr>
          <p:cNvCxnSpPr>
            <a:cxnSpLocks/>
          </p:cNvCxnSpPr>
          <p:nvPr/>
        </p:nvCxnSpPr>
        <p:spPr bwMode="auto">
          <a:xfrm flipH="1">
            <a:off x="1083347" y="5144114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880A702B-18E9-412C-A46E-0DD097EE7DA5}"/>
              </a:ext>
            </a:extLst>
          </p:cNvPr>
          <p:cNvCxnSpPr>
            <a:cxnSpLocks/>
          </p:cNvCxnSpPr>
          <p:nvPr/>
        </p:nvCxnSpPr>
        <p:spPr bwMode="auto">
          <a:xfrm flipH="1">
            <a:off x="1083347" y="5276862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连接符 353">
            <a:extLst>
              <a:ext uri="{FF2B5EF4-FFF2-40B4-BE49-F238E27FC236}">
                <a16:creationId xmlns:a16="http://schemas.microsoft.com/office/drawing/2014/main" id="{70BDF783-0301-4B3B-B0CB-0224A873AD25}"/>
              </a:ext>
            </a:extLst>
          </p:cNvPr>
          <p:cNvCxnSpPr>
            <a:cxnSpLocks/>
          </p:cNvCxnSpPr>
          <p:nvPr/>
        </p:nvCxnSpPr>
        <p:spPr bwMode="auto">
          <a:xfrm>
            <a:off x="3874030" y="4722107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连接符 354">
            <a:extLst>
              <a:ext uri="{FF2B5EF4-FFF2-40B4-BE49-F238E27FC236}">
                <a16:creationId xmlns:a16="http://schemas.microsoft.com/office/drawing/2014/main" id="{6EAAD5AC-2FB4-4D18-ADC6-507B4F99B99A}"/>
              </a:ext>
            </a:extLst>
          </p:cNvPr>
          <p:cNvCxnSpPr>
            <a:cxnSpLocks/>
          </p:cNvCxnSpPr>
          <p:nvPr/>
        </p:nvCxnSpPr>
        <p:spPr bwMode="auto">
          <a:xfrm>
            <a:off x="3099412" y="4722107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接连接符 355">
            <a:extLst>
              <a:ext uri="{FF2B5EF4-FFF2-40B4-BE49-F238E27FC236}">
                <a16:creationId xmlns:a16="http://schemas.microsoft.com/office/drawing/2014/main" id="{47FCA07F-25D8-4800-AA7E-98B304FDB84A}"/>
              </a:ext>
            </a:extLst>
          </p:cNvPr>
          <p:cNvCxnSpPr>
            <a:cxnSpLocks/>
          </p:cNvCxnSpPr>
          <p:nvPr/>
        </p:nvCxnSpPr>
        <p:spPr bwMode="auto">
          <a:xfrm>
            <a:off x="2328265" y="4722107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接连接符 356">
            <a:extLst>
              <a:ext uri="{FF2B5EF4-FFF2-40B4-BE49-F238E27FC236}">
                <a16:creationId xmlns:a16="http://schemas.microsoft.com/office/drawing/2014/main" id="{5B766FC4-854E-4932-A64C-37BB8ED41645}"/>
              </a:ext>
            </a:extLst>
          </p:cNvPr>
          <p:cNvCxnSpPr>
            <a:cxnSpLocks/>
          </p:cNvCxnSpPr>
          <p:nvPr/>
        </p:nvCxnSpPr>
        <p:spPr bwMode="auto">
          <a:xfrm flipH="1">
            <a:off x="1558655" y="4494815"/>
            <a:ext cx="29430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接连接符 357">
            <a:extLst>
              <a:ext uri="{FF2B5EF4-FFF2-40B4-BE49-F238E27FC236}">
                <a16:creationId xmlns:a16="http://schemas.microsoft.com/office/drawing/2014/main" id="{44064524-084E-47A3-8B9D-5FF3A958DDEC}"/>
              </a:ext>
            </a:extLst>
          </p:cNvPr>
          <p:cNvCxnSpPr>
            <a:cxnSpLocks/>
          </p:cNvCxnSpPr>
          <p:nvPr/>
        </p:nvCxnSpPr>
        <p:spPr bwMode="auto">
          <a:xfrm>
            <a:off x="1558655" y="4494815"/>
            <a:ext cx="0" cy="397271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9" name="组合 358">
            <a:extLst>
              <a:ext uri="{FF2B5EF4-FFF2-40B4-BE49-F238E27FC236}">
                <a16:creationId xmlns:a16="http://schemas.microsoft.com/office/drawing/2014/main" id="{90FD2D07-B741-4DF0-BDBA-39D0AF0CA1BC}"/>
              </a:ext>
            </a:extLst>
          </p:cNvPr>
          <p:cNvGrpSpPr/>
          <p:nvPr/>
        </p:nvGrpSpPr>
        <p:grpSpPr>
          <a:xfrm>
            <a:off x="6278193" y="3485486"/>
            <a:ext cx="2390135" cy="2600629"/>
            <a:chOff x="6716358" y="1477748"/>
            <a:chExt cx="2390135" cy="3069325"/>
          </a:xfrm>
        </p:grpSpPr>
        <p:sp>
          <p:nvSpPr>
            <p:cNvPr id="360" name="文本框 51">
              <a:extLst>
                <a:ext uri="{FF2B5EF4-FFF2-40B4-BE49-F238E27FC236}">
                  <a16:creationId xmlns:a16="http://schemas.microsoft.com/office/drawing/2014/main" id="{AD984BEC-9485-40FB-8A4D-0C69E4893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0063" y="2156544"/>
              <a:ext cx="1297537" cy="17702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361" name="组合 360">
              <a:extLst>
                <a:ext uri="{FF2B5EF4-FFF2-40B4-BE49-F238E27FC236}">
                  <a16:creationId xmlns:a16="http://schemas.microsoft.com/office/drawing/2014/main" id="{1C3D8D4F-9138-4DA6-83D4-CAE3A48892B9}"/>
                </a:ext>
              </a:extLst>
            </p:cNvPr>
            <p:cNvGrpSpPr/>
            <p:nvPr/>
          </p:nvGrpSpPr>
          <p:grpSpPr>
            <a:xfrm>
              <a:off x="7020272" y="1952836"/>
              <a:ext cx="1764196" cy="2218108"/>
              <a:chOff x="5159912" y="2107408"/>
              <a:chExt cx="1764196" cy="2218108"/>
            </a:xfrm>
          </p:grpSpPr>
          <p:sp>
            <p:nvSpPr>
              <p:cNvPr id="368" name="文本框 51">
                <a:extLst>
                  <a:ext uri="{FF2B5EF4-FFF2-40B4-BE49-F238E27FC236}">
                    <a16:creationId xmlns:a16="http://schemas.microsoft.com/office/drawing/2014/main" id="{418D1391-53AA-415B-A940-6FF174ECF2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9195" y="3429002"/>
                <a:ext cx="712865" cy="46279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+mn-ea"/>
                    <a:ea typeface="+mn-ea"/>
                    <a:cs typeface="Times New Roman" panose="02020603050405020304" pitchFamily="18" charset="0"/>
                  </a:rPr>
                  <a:t>FA</a:t>
                </a:r>
                <a:endParaRPr lang="zh-CN" altLang="en-US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69" name="直接连接符 368">
                <a:extLst>
                  <a:ext uri="{FF2B5EF4-FFF2-40B4-BE49-F238E27FC236}">
                    <a16:creationId xmlns:a16="http://schemas.microsoft.com/office/drawing/2014/main" id="{301D4A47-144D-46F2-89D5-28EE069048A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159912" y="3656171"/>
                <a:ext cx="61928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>
                <a:extLst>
                  <a:ext uri="{FF2B5EF4-FFF2-40B4-BE49-F238E27FC236}">
                    <a16:creationId xmlns:a16="http://schemas.microsoft.com/office/drawing/2014/main" id="{F6979045-75C2-4535-8800-0955074382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92060" y="3656171"/>
                <a:ext cx="43204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1" name="组合 370">
                <a:extLst>
                  <a:ext uri="{FF2B5EF4-FFF2-40B4-BE49-F238E27FC236}">
                    <a16:creationId xmlns:a16="http://schemas.microsoft.com/office/drawing/2014/main" id="{C8FC09F7-CFD6-4DC7-B63F-7B81C8FDF574}"/>
                  </a:ext>
                </a:extLst>
              </p:cNvPr>
              <p:cNvGrpSpPr/>
              <p:nvPr/>
            </p:nvGrpSpPr>
            <p:grpSpPr>
              <a:xfrm>
                <a:off x="5585956" y="2107411"/>
                <a:ext cx="553151" cy="2218105"/>
                <a:chOff x="1701397" y="2334643"/>
                <a:chExt cx="729218" cy="3377740"/>
              </a:xfrm>
            </p:grpSpPr>
            <p:sp>
              <p:nvSpPr>
                <p:cNvPr id="376" name="AutoShape 11">
                  <a:extLst>
                    <a:ext uri="{FF2B5EF4-FFF2-40B4-BE49-F238E27FC236}">
                      <a16:creationId xmlns:a16="http://schemas.microsoft.com/office/drawing/2014/main" id="{D75DF20F-DAB0-4336-BDA6-40FE3FE4F4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890173" y="3554632"/>
                  <a:ext cx="615761" cy="465123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3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377" name="Line 7">
                  <a:extLst>
                    <a:ext uri="{FF2B5EF4-FFF2-40B4-BE49-F238E27FC236}">
                      <a16:creationId xmlns:a16="http://schemas.microsoft.com/office/drawing/2014/main" id="{C692FCCC-3482-4B93-B093-4529E2F330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022562" y="3203755"/>
                  <a:ext cx="53203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oval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8" name="Line 8">
                  <a:extLst>
                    <a:ext uri="{FF2B5EF4-FFF2-40B4-BE49-F238E27FC236}">
                      <a16:creationId xmlns:a16="http://schemas.microsoft.com/office/drawing/2014/main" id="{7E60B5F3-C47F-44DD-9156-71888429B7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932663" y="3313410"/>
                  <a:ext cx="312723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" name="Line 9">
                  <a:extLst>
                    <a:ext uri="{FF2B5EF4-FFF2-40B4-BE49-F238E27FC236}">
                      <a16:creationId xmlns:a16="http://schemas.microsoft.com/office/drawing/2014/main" id="{0146527D-3299-48A6-B8FD-BFBE3E8E2E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086135" y="4230655"/>
                  <a:ext cx="23301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0" name="Line 8">
                  <a:extLst>
                    <a:ext uri="{FF2B5EF4-FFF2-40B4-BE49-F238E27FC236}">
                      <a16:creationId xmlns:a16="http://schemas.microsoft.com/office/drawing/2014/main" id="{782594D8-AA97-45DB-8B37-951C6A8CC1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2527" y="4023513"/>
                  <a:ext cx="337774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72" name="Line 9">
                <a:extLst>
                  <a:ext uri="{FF2B5EF4-FFF2-40B4-BE49-F238E27FC236}">
                    <a16:creationId xmlns:a16="http://schemas.microsoft.com/office/drawing/2014/main" id="{5ACDEDC8-B774-4574-B3CD-4CD23494B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661587" y="2768205"/>
                <a:ext cx="132159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3" name="Line 9">
                <a:extLst>
                  <a:ext uri="{FF2B5EF4-FFF2-40B4-BE49-F238E27FC236}">
                    <a16:creationId xmlns:a16="http://schemas.microsoft.com/office/drawing/2014/main" id="{C34C8331-ECA9-4EAC-97E5-86C843090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881101" y="4101720"/>
                <a:ext cx="42982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374" name="直接连接符 373">
                <a:extLst>
                  <a:ext uri="{FF2B5EF4-FFF2-40B4-BE49-F238E27FC236}">
                    <a16:creationId xmlns:a16="http://schemas.microsoft.com/office/drawing/2014/main" id="{65870D4C-983C-4876-A829-C564C9A691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159912" y="2503452"/>
                <a:ext cx="176419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接连接符 374">
                <a:extLst>
                  <a:ext uri="{FF2B5EF4-FFF2-40B4-BE49-F238E27FC236}">
                    <a16:creationId xmlns:a16="http://schemas.microsoft.com/office/drawing/2014/main" id="{06419AFF-1EC5-4312-9BF5-88B09126BA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85957" y="2647471"/>
                <a:ext cx="288388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2" name="TextBox 32">
              <a:extLst>
                <a:ext uri="{FF2B5EF4-FFF2-40B4-BE49-F238E27FC236}">
                  <a16:creationId xmlns:a16="http://schemas.microsoft.com/office/drawing/2014/main" id="{2DBB4731-1C64-49BD-9C03-46CFF10CE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8357" y="2092197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3" name="TextBox 32">
              <a:extLst>
                <a:ext uri="{FF2B5EF4-FFF2-40B4-BE49-F238E27FC236}">
                  <a16:creationId xmlns:a16="http://schemas.microsoft.com/office/drawing/2014/main" id="{B13128C3-0F2B-43BC-BF81-470BE6BAC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248" y="1487611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aj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4" name="TextBox 32">
              <a:extLst>
                <a:ext uri="{FF2B5EF4-FFF2-40B4-BE49-F238E27FC236}">
                  <a16:creationId xmlns:a16="http://schemas.microsoft.com/office/drawing/2014/main" id="{5E99484A-9547-43D1-9EEA-9139F7FCC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8675" y="1477748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si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5" name="TextBox 32">
              <a:extLst>
                <a:ext uri="{FF2B5EF4-FFF2-40B4-BE49-F238E27FC236}">
                  <a16:creationId xmlns:a16="http://schemas.microsoft.com/office/drawing/2014/main" id="{8CB7C525-3503-4EB5-ACA7-5B99AAE1C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0314" y="4115030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so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6" name="TextBox 32">
              <a:extLst>
                <a:ext uri="{FF2B5EF4-FFF2-40B4-BE49-F238E27FC236}">
                  <a16:creationId xmlns:a16="http://schemas.microsoft.com/office/drawing/2014/main" id="{8CCC2DD7-B49C-41BD-A350-E12CA2E0D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6358" y="3244317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7" name="TextBox 32">
              <a:extLst>
                <a:ext uri="{FF2B5EF4-FFF2-40B4-BE49-F238E27FC236}">
                  <a16:creationId xmlns:a16="http://schemas.microsoft.com/office/drawing/2014/main" id="{99042981-1C8E-4CDE-9468-E6C528FCF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4070" y="3244317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ci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1" name="TextBox 32">
            <a:extLst>
              <a:ext uri="{FF2B5EF4-FFF2-40B4-BE49-F238E27FC236}">
                <a16:creationId xmlns:a16="http://schemas.microsoft.com/office/drawing/2014/main" id="{062BF761-C93B-4FBF-8A01-D37F9D7F3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192" y="2204484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2" name="TextBox 32">
            <a:extLst>
              <a:ext uri="{FF2B5EF4-FFF2-40B4-BE49-F238E27FC236}">
                <a16:creationId xmlns:a16="http://schemas.microsoft.com/office/drawing/2014/main" id="{9C70DF04-C9D3-4052-A23A-354B93B91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8605" y="2197368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3" name="TextBox 32">
            <a:extLst>
              <a:ext uri="{FF2B5EF4-FFF2-40B4-BE49-F238E27FC236}">
                <a16:creationId xmlns:a16="http://schemas.microsoft.com/office/drawing/2014/main" id="{EA141E5C-D876-4FBD-A7D4-FF25FD23C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0800" y="2204484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4" name="TextBox 32">
            <a:extLst>
              <a:ext uri="{FF2B5EF4-FFF2-40B4-BE49-F238E27FC236}">
                <a16:creationId xmlns:a16="http://schemas.microsoft.com/office/drawing/2014/main" id="{69455366-A442-449D-A993-1AF2F491F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7213" y="2197368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5" name="TextBox 32">
            <a:extLst>
              <a:ext uri="{FF2B5EF4-FFF2-40B4-BE49-F238E27FC236}">
                <a16:creationId xmlns:a16="http://schemas.microsoft.com/office/drawing/2014/main" id="{FE78D1A7-259B-489A-BE82-33A89C912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674" y="2211599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6" name="TextBox 32">
            <a:extLst>
              <a:ext uri="{FF2B5EF4-FFF2-40B4-BE49-F238E27FC236}">
                <a16:creationId xmlns:a16="http://schemas.microsoft.com/office/drawing/2014/main" id="{7BE5E34D-1C62-47D8-A878-A4876DB31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086" y="2204484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7" name="TextBox 32">
            <a:extLst>
              <a:ext uri="{FF2B5EF4-FFF2-40B4-BE49-F238E27FC236}">
                <a16:creationId xmlns:a16="http://schemas.microsoft.com/office/drawing/2014/main" id="{CC58D972-79A0-4A5A-A5D4-62B01EDF2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868" y="2211599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TextBox 32">
            <a:extLst>
              <a:ext uri="{FF2B5EF4-FFF2-40B4-BE49-F238E27FC236}">
                <a16:creationId xmlns:a16="http://schemas.microsoft.com/office/drawing/2014/main" id="{0A45C85E-706C-497E-8ADA-AEAF22293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281" y="2204484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" name="TextBox 32">
            <a:extLst>
              <a:ext uri="{FF2B5EF4-FFF2-40B4-BE49-F238E27FC236}">
                <a16:creationId xmlns:a16="http://schemas.microsoft.com/office/drawing/2014/main" id="{91D26515-35C2-453E-82B8-9F92C66C5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9118" y="2582491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0" name="TextBox 32">
            <a:extLst>
              <a:ext uri="{FF2B5EF4-FFF2-40B4-BE49-F238E27FC236}">
                <a16:creationId xmlns:a16="http://schemas.microsoft.com/office/drawing/2014/main" id="{F45EC224-0454-4B78-AC00-FAECB3DE5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3703" y="2812339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1" name="TextBox 32">
            <a:extLst>
              <a:ext uri="{FF2B5EF4-FFF2-40B4-BE49-F238E27FC236}">
                <a16:creationId xmlns:a16="http://schemas.microsoft.com/office/drawing/2014/main" id="{27FA3667-D2E9-4CD1-84D8-5BA0DA5B3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0260" y="3149577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8" name="TextBox 32">
            <a:extLst>
              <a:ext uri="{FF2B5EF4-FFF2-40B4-BE49-F238E27FC236}">
                <a16:creationId xmlns:a16="http://schemas.microsoft.com/office/drawing/2014/main" id="{7278DB2F-D52B-4A81-AB90-8D6751A22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6746" y="3392586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" name="TextBox 32">
            <a:extLst>
              <a:ext uri="{FF2B5EF4-FFF2-40B4-BE49-F238E27FC236}">
                <a16:creationId xmlns:a16="http://schemas.microsoft.com/office/drawing/2014/main" id="{1FDC9FD8-AA7E-426E-BE0C-853741069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218" y="3638016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" name="TextBox 32">
            <a:extLst>
              <a:ext uri="{FF2B5EF4-FFF2-40B4-BE49-F238E27FC236}">
                <a16:creationId xmlns:a16="http://schemas.microsoft.com/office/drawing/2014/main" id="{8D234C50-124C-47FF-970A-37CFA5CD3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038" y="3933810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1" name="TextBox 32">
            <a:extLst>
              <a:ext uri="{FF2B5EF4-FFF2-40B4-BE49-F238E27FC236}">
                <a16:creationId xmlns:a16="http://schemas.microsoft.com/office/drawing/2014/main" id="{0D3E20A0-3BFD-411B-BD06-7131B1ED1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514" y="4136846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2" name="TextBox 32">
            <a:extLst>
              <a:ext uri="{FF2B5EF4-FFF2-40B4-BE49-F238E27FC236}">
                <a16:creationId xmlns:a16="http://schemas.microsoft.com/office/drawing/2014/main" id="{B55B59EB-39C1-4DB9-926E-64FFCD5B4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786" y="4376073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3" name="TextBox 32">
            <a:extLst>
              <a:ext uri="{FF2B5EF4-FFF2-40B4-BE49-F238E27FC236}">
                <a16:creationId xmlns:a16="http://schemas.microsoft.com/office/drawing/2014/main" id="{054CEE42-1955-41C2-9BE5-EF0BE1129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1224" y="4715389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4" name="TextBox 32">
            <a:extLst>
              <a:ext uri="{FF2B5EF4-FFF2-40B4-BE49-F238E27FC236}">
                <a16:creationId xmlns:a16="http://schemas.microsoft.com/office/drawing/2014/main" id="{E3872BB3-84A3-427D-8E44-F3C5E75E3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7754" y="4942823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5" name="TextBox 32">
            <a:extLst>
              <a:ext uri="{FF2B5EF4-FFF2-40B4-BE49-F238E27FC236}">
                <a16:creationId xmlns:a16="http://schemas.microsoft.com/office/drawing/2014/main" id="{4C6E22E2-2F5B-44B6-9E71-8E9B39700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3117" y="5192335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6" name="TextBox 32">
            <a:extLst>
              <a:ext uri="{FF2B5EF4-FFF2-40B4-BE49-F238E27FC236}">
                <a16:creationId xmlns:a16="http://schemas.microsoft.com/office/drawing/2014/main" id="{5D664D23-E222-48EF-A51B-68B2E38C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689" y="5529573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7" name="TextBox 32">
            <a:extLst>
              <a:ext uri="{FF2B5EF4-FFF2-40B4-BE49-F238E27FC236}">
                <a16:creationId xmlns:a16="http://schemas.microsoft.com/office/drawing/2014/main" id="{F4C191D2-44BC-447A-91AB-45ADF09C7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729" y="5529573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8" name="TextBox 32">
            <a:extLst>
              <a:ext uri="{FF2B5EF4-FFF2-40B4-BE49-F238E27FC236}">
                <a16:creationId xmlns:a16="http://schemas.microsoft.com/office/drawing/2014/main" id="{7CFEBDF7-FDB2-4D34-A1EA-F2694ABEE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1640" y="5510051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TextBox 32">
            <a:extLst>
              <a:ext uri="{FF2B5EF4-FFF2-40B4-BE49-F238E27FC236}">
                <a16:creationId xmlns:a16="http://schemas.microsoft.com/office/drawing/2014/main" id="{8BA871B4-E498-4010-A811-8CC02AC4A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680" y="5510051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p6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0" name="直接连接符 409">
            <a:extLst>
              <a:ext uri="{FF2B5EF4-FFF2-40B4-BE49-F238E27FC236}">
                <a16:creationId xmlns:a16="http://schemas.microsoft.com/office/drawing/2014/main" id="{7E37D37C-271B-4685-BE40-8E17A142EDDA}"/>
              </a:ext>
            </a:extLst>
          </p:cNvPr>
          <p:cNvCxnSpPr>
            <a:cxnSpLocks/>
          </p:cNvCxnSpPr>
          <p:nvPr/>
        </p:nvCxnSpPr>
        <p:spPr bwMode="auto">
          <a:xfrm>
            <a:off x="1083347" y="5276862"/>
            <a:ext cx="0" cy="22729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TextBox 32">
            <a:extLst>
              <a:ext uri="{FF2B5EF4-FFF2-40B4-BE49-F238E27FC236}">
                <a16:creationId xmlns:a16="http://schemas.microsoft.com/office/drawing/2014/main" id="{9803C0D6-70B3-4B00-A9D4-21C34FCA8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976" y="5504154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p7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8" name="直接连接符 417">
            <a:extLst>
              <a:ext uri="{FF2B5EF4-FFF2-40B4-BE49-F238E27FC236}">
                <a16:creationId xmlns:a16="http://schemas.microsoft.com/office/drawing/2014/main" id="{196AAC29-096E-4F81-9A30-FAA869CDC852}"/>
              </a:ext>
            </a:extLst>
          </p:cNvPr>
          <p:cNvCxnSpPr>
            <a:cxnSpLocks/>
          </p:cNvCxnSpPr>
          <p:nvPr/>
        </p:nvCxnSpPr>
        <p:spPr bwMode="auto">
          <a:xfrm>
            <a:off x="4641605" y="3939657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接连接符 418">
            <a:extLst>
              <a:ext uri="{FF2B5EF4-FFF2-40B4-BE49-F238E27FC236}">
                <a16:creationId xmlns:a16="http://schemas.microsoft.com/office/drawing/2014/main" id="{6D8FCF2A-3F02-4A3C-B6E3-56432662F7A0}"/>
              </a:ext>
            </a:extLst>
          </p:cNvPr>
          <p:cNvCxnSpPr>
            <a:cxnSpLocks/>
          </p:cNvCxnSpPr>
          <p:nvPr/>
        </p:nvCxnSpPr>
        <p:spPr bwMode="auto">
          <a:xfrm>
            <a:off x="3863643" y="3939657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17A6D2B0-12FE-414E-9E25-ED92176D3B88}"/>
              </a:ext>
            </a:extLst>
          </p:cNvPr>
          <p:cNvCxnSpPr>
            <a:cxnSpLocks/>
          </p:cNvCxnSpPr>
          <p:nvPr/>
        </p:nvCxnSpPr>
        <p:spPr bwMode="auto">
          <a:xfrm>
            <a:off x="3098749" y="3939657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直接连接符 420">
            <a:extLst>
              <a:ext uri="{FF2B5EF4-FFF2-40B4-BE49-F238E27FC236}">
                <a16:creationId xmlns:a16="http://schemas.microsoft.com/office/drawing/2014/main" id="{BCAC5D39-CFF8-4E22-AE5B-18265CABFA96}"/>
              </a:ext>
            </a:extLst>
          </p:cNvPr>
          <p:cNvCxnSpPr>
            <a:cxnSpLocks/>
          </p:cNvCxnSpPr>
          <p:nvPr/>
        </p:nvCxnSpPr>
        <p:spPr bwMode="auto">
          <a:xfrm flipH="1">
            <a:off x="2337349" y="3712365"/>
            <a:ext cx="29430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直接连接符 421">
            <a:extLst>
              <a:ext uri="{FF2B5EF4-FFF2-40B4-BE49-F238E27FC236}">
                <a16:creationId xmlns:a16="http://schemas.microsoft.com/office/drawing/2014/main" id="{678DFED4-C89A-4EEA-BF97-FF6FCC30673E}"/>
              </a:ext>
            </a:extLst>
          </p:cNvPr>
          <p:cNvCxnSpPr>
            <a:cxnSpLocks/>
          </p:cNvCxnSpPr>
          <p:nvPr/>
        </p:nvCxnSpPr>
        <p:spPr bwMode="auto">
          <a:xfrm>
            <a:off x="2337349" y="3712365"/>
            <a:ext cx="0" cy="397271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标题 1">
            <a:extLst>
              <a:ext uri="{FF2B5EF4-FFF2-40B4-BE49-F238E27FC236}">
                <a16:creationId xmlns:a16="http://schemas.microsoft.com/office/drawing/2014/main" id="{CE43C34D-BD7A-4D20-8361-8024B6742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/>
              <a:t>示例：串行进位加法实现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4242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组合 644">
            <a:extLst>
              <a:ext uri="{FF2B5EF4-FFF2-40B4-BE49-F238E27FC236}">
                <a16:creationId xmlns:a16="http://schemas.microsoft.com/office/drawing/2014/main" id="{F01193BD-1113-48B2-9190-86C50090BE3D}"/>
              </a:ext>
            </a:extLst>
          </p:cNvPr>
          <p:cNvGrpSpPr/>
          <p:nvPr/>
        </p:nvGrpSpPr>
        <p:grpSpPr>
          <a:xfrm>
            <a:off x="5685364" y="2338641"/>
            <a:ext cx="429613" cy="782047"/>
            <a:chOff x="5458004" y="2749108"/>
            <a:chExt cx="429613" cy="782047"/>
          </a:xfrm>
        </p:grpSpPr>
        <p:cxnSp>
          <p:nvCxnSpPr>
            <p:cNvPr id="646" name="直接连接符 645">
              <a:extLst>
                <a:ext uri="{FF2B5EF4-FFF2-40B4-BE49-F238E27FC236}">
                  <a16:creationId xmlns:a16="http://schemas.microsoft.com/office/drawing/2014/main" id="{D1A555FF-BE7A-496C-986E-928A2B27B2C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F935375A-EC14-438C-B724-8B6BF424A9A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直接连接符 647">
              <a:extLst>
                <a:ext uri="{FF2B5EF4-FFF2-40B4-BE49-F238E27FC236}">
                  <a16:creationId xmlns:a16="http://schemas.microsoft.com/office/drawing/2014/main" id="{2EFA5FF4-67F7-451A-A3A8-4D27569E44D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2" name="文本框 51">
            <a:extLst>
              <a:ext uri="{FF2B5EF4-FFF2-40B4-BE49-F238E27FC236}">
                <a16:creationId xmlns:a16="http://schemas.microsoft.com/office/drawing/2014/main" id="{D5010026-3F2C-4571-A943-9705FFB9E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492" y="5245113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617" name="直接连接符 616">
            <a:extLst>
              <a:ext uri="{FF2B5EF4-FFF2-40B4-BE49-F238E27FC236}">
                <a16:creationId xmlns:a16="http://schemas.microsoft.com/office/drawing/2014/main" id="{709AC252-EDEC-4336-8850-9E0552AC458E}"/>
              </a:ext>
            </a:extLst>
          </p:cNvPr>
          <p:cNvCxnSpPr>
            <a:cxnSpLocks/>
          </p:cNvCxnSpPr>
          <p:nvPr/>
        </p:nvCxnSpPr>
        <p:spPr bwMode="auto">
          <a:xfrm flipH="1">
            <a:off x="4446481" y="4687898"/>
            <a:ext cx="127485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直接连接符 618">
            <a:extLst>
              <a:ext uri="{FF2B5EF4-FFF2-40B4-BE49-F238E27FC236}">
                <a16:creationId xmlns:a16="http://schemas.microsoft.com/office/drawing/2014/main" id="{F6A3ECC9-0DC9-46B6-9750-FCF4FC1D3A94}"/>
              </a:ext>
            </a:extLst>
          </p:cNvPr>
          <p:cNvCxnSpPr>
            <a:cxnSpLocks/>
          </p:cNvCxnSpPr>
          <p:nvPr/>
        </p:nvCxnSpPr>
        <p:spPr bwMode="auto">
          <a:xfrm flipH="1">
            <a:off x="4199298" y="4687898"/>
            <a:ext cx="247185" cy="4355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组合 588">
            <a:extLst>
              <a:ext uri="{FF2B5EF4-FFF2-40B4-BE49-F238E27FC236}">
                <a16:creationId xmlns:a16="http://schemas.microsoft.com/office/drawing/2014/main" id="{0A0C9770-4F1D-4E0C-873E-F5BC6E741BF6}"/>
              </a:ext>
            </a:extLst>
          </p:cNvPr>
          <p:cNvGrpSpPr/>
          <p:nvPr/>
        </p:nvGrpSpPr>
        <p:grpSpPr>
          <a:xfrm>
            <a:off x="4144269" y="3900900"/>
            <a:ext cx="429613" cy="782047"/>
            <a:chOff x="5458004" y="2749108"/>
            <a:chExt cx="429613" cy="782047"/>
          </a:xfrm>
        </p:grpSpPr>
        <p:cxnSp>
          <p:nvCxnSpPr>
            <p:cNvPr id="590" name="直接连接符 589">
              <a:extLst>
                <a:ext uri="{FF2B5EF4-FFF2-40B4-BE49-F238E27FC236}">
                  <a16:creationId xmlns:a16="http://schemas.microsoft.com/office/drawing/2014/main" id="{9955BFCD-C8A4-4694-B150-6CB8F6FB998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直接连接符 590">
              <a:extLst>
                <a:ext uri="{FF2B5EF4-FFF2-40B4-BE49-F238E27FC236}">
                  <a16:creationId xmlns:a16="http://schemas.microsoft.com/office/drawing/2014/main" id="{1CBEF56C-F40D-4D5F-BE10-BCEA01C3D09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直接连接符 591">
              <a:extLst>
                <a:ext uri="{FF2B5EF4-FFF2-40B4-BE49-F238E27FC236}">
                  <a16:creationId xmlns:a16="http://schemas.microsoft.com/office/drawing/2014/main" id="{0A4E0C1C-17A8-4ADE-84CD-E5404664ABC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3" name="组合 592">
            <a:extLst>
              <a:ext uri="{FF2B5EF4-FFF2-40B4-BE49-F238E27FC236}">
                <a16:creationId xmlns:a16="http://schemas.microsoft.com/office/drawing/2014/main" id="{D6CD11D8-E818-4E2F-8D4B-FDCC3E0559C9}"/>
              </a:ext>
            </a:extLst>
          </p:cNvPr>
          <p:cNvGrpSpPr/>
          <p:nvPr/>
        </p:nvGrpSpPr>
        <p:grpSpPr>
          <a:xfrm>
            <a:off x="3385569" y="3898260"/>
            <a:ext cx="429613" cy="782047"/>
            <a:chOff x="5458004" y="2749108"/>
            <a:chExt cx="429613" cy="782047"/>
          </a:xfrm>
        </p:grpSpPr>
        <p:cxnSp>
          <p:nvCxnSpPr>
            <p:cNvPr id="594" name="直接连接符 593">
              <a:extLst>
                <a:ext uri="{FF2B5EF4-FFF2-40B4-BE49-F238E27FC236}">
                  <a16:creationId xmlns:a16="http://schemas.microsoft.com/office/drawing/2014/main" id="{3261D472-D878-4B89-8A9C-466171BFDD9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直接连接符 594">
              <a:extLst>
                <a:ext uri="{FF2B5EF4-FFF2-40B4-BE49-F238E27FC236}">
                  <a16:creationId xmlns:a16="http://schemas.microsoft.com/office/drawing/2014/main" id="{589CADDC-1B93-43F8-A0E2-34E42B0FB62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直接连接符 595">
              <a:extLst>
                <a:ext uri="{FF2B5EF4-FFF2-40B4-BE49-F238E27FC236}">
                  <a16:creationId xmlns:a16="http://schemas.microsoft.com/office/drawing/2014/main" id="{27F13FE0-0131-44A0-A39D-D8372756897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0A3C8-7480-465E-B073-B2D58B9F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2022-4-6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F97C3D-1BAC-4915-AC81-96E50E23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2022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(H)</a:t>
            </a:r>
            <a:r>
              <a:rPr lang="zh-CN" altLang="en-US"/>
              <a:t>实验 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C11D11-9461-4FB3-B936-3AD36EB1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E3ACD-97DE-422D-AABB-B49A3A52602F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10" name="文本框 51">
            <a:extLst>
              <a:ext uri="{FF2B5EF4-FFF2-40B4-BE49-F238E27FC236}">
                <a16:creationId xmlns:a16="http://schemas.microsoft.com/office/drawing/2014/main" id="{988366E3-2DDE-42B4-BD56-172DD6D54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010" y="2096740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B3BC739-6597-4A8A-B372-B9419F70BAFA}"/>
              </a:ext>
            </a:extLst>
          </p:cNvPr>
          <p:cNvCxnSpPr>
            <a:cxnSpLocks/>
          </p:cNvCxnSpPr>
          <p:nvPr/>
        </p:nvCxnSpPr>
        <p:spPr bwMode="auto">
          <a:xfrm>
            <a:off x="6995890" y="2096740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650535B-7E27-4F21-BD10-F96F38777892}"/>
              </a:ext>
            </a:extLst>
          </p:cNvPr>
          <p:cNvCxnSpPr>
            <a:cxnSpLocks/>
          </p:cNvCxnSpPr>
          <p:nvPr/>
        </p:nvCxnSpPr>
        <p:spPr bwMode="auto">
          <a:xfrm flipH="1">
            <a:off x="7228006" y="2204752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82208FA-4699-4308-B02A-4C840E58B93C}"/>
              </a:ext>
            </a:extLst>
          </p:cNvPr>
          <p:cNvCxnSpPr>
            <a:cxnSpLocks/>
          </p:cNvCxnSpPr>
          <p:nvPr/>
        </p:nvCxnSpPr>
        <p:spPr bwMode="auto">
          <a:xfrm>
            <a:off x="6995890" y="195272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F42C3B9-0870-4E31-A213-A233A68C2AE3}"/>
              </a:ext>
            </a:extLst>
          </p:cNvPr>
          <p:cNvCxnSpPr>
            <a:cxnSpLocks/>
          </p:cNvCxnSpPr>
          <p:nvPr/>
        </p:nvCxnSpPr>
        <p:spPr bwMode="auto">
          <a:xfrm>
            <a:off x="7139906" y="1952724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D886820-2ECA-4F3D-8269-5A65E41F1382}"/>
              </a:ext>
            </a:extLst>
          </p:cNvPr>
          <p:cNvCxnSpPr>
            <a:cxnSpLocks/>
          </p:cNvCxnSpPr>
          <p:nvPr/>
        </p:nvCxnSpPr>
        <p:spPr bwMode="auto">
          <a:xfrm flipH="1">
            <a:off x="7228006" y="2337500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E36B575-F33D-42F6-AA00-E91A9F02B036}"/>
              </a:ext>
            </a:extLst>
          </p:cNvPr>
          <p:cNvCxnSpPr>
            <a:cxnSpLocks/>
          </p:cNvCxnSpPr>
          <p:nvPr/>
        </p:nvCxnSpPr>
        <p:spPr bwMode="auto">
          <a:xfrm>
            <a:off x="6995890" y="2420776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57525A8-E2E1-4516-85CA-26328D7576DF}"/>
              </a:ext>
            </a:extLst>
          </p:cNvPr>
          <p:cNvCxnSpPr>
            <a:cxnSpLocks/>
          </p:cNvCxnSpPr>
          <p:nvPr/>
        </p:nvCxnSpPr>
        <p:spPr bwMode="auto">
          <a:xfrm>
            <a:off x="7139906" y="2420776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DCDCAB7-50D0-4248-AF84-9845739856A6}"/>
              </a:ext>
            </a:extLst>
          </p:cNvPr>
          <p:cNvCxnSpPr>
            <a:cxnSpLocks/>
          </p:cNvCxnSpPr>
          <p:nvPr/>
        </p:nvCxnSpPr>
        <p:spPr bwMode="auto">
          <a:xfrm>
            <a:off x="6888010" y="2204752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A0A2B9D-5142-4152-BF2E-35D1BEA41C17}"/>
              </a:ext>
            </a:extLst>
          </p:cNvPr>
          <p:cNvCxnSpPr>
            <a:cxnSpLocks/>
          </p:cNvCxnSpPr>
          <p:nvPr/>
        </p:nvCxnSpPr>
        <p:spPr bwMode="auto">
          <a:xfrm flipH="1">
            <a:off x="6664598" y="2204752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C87B66F9-3683-4217-80B0-92CC10578F62}"/>
              </a:ext>
            </a:extLst>
          </p:cNvPr>
          <p:cNvCxnSpPr>
            <a:cxnSpLocks/>
          </p:cNvCxnSpPr>
          <p:nvPr/>
        </p:nvCxnSpPr>
        <p:spPr bwMode="auto">
          <a:xfrm flipV="1">
            <a:off x="6226412" y="2564792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9" name="文本框 51">
            <a:extLst>
              <a:ext uri="{FF2B5EF4-FFF2-40B4-BE49-F238E27FC236}">
                <a16:creationId xmlns:a16="http://schemas.microsoft.com/office/drawing/2014/main" id="{4C59DD91-69F5-485D-9DA8-16D79A436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863" y="2096740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2ADDD518-D1DE-491D-970D-23DA59E55B21}"/>
              </a:ext>
            </a:extLst>
          </p:cNvPr>
          <p:cNvCxnSpPr>
            <a:cxnSpLocks/>
          </p:cNvCxnSpPr>
          <p:nvPr/>
        </p:nvCxnSpPr>
        <p:spPr bwMode="auto">
          <a:xfrm>
            <a:off x="6224743" y="2096740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84909BE3-2548-45DB-89B2-D8484A2E8C7B}"/>
              </a:ext>
            </a:extLst>
          </p:cNvPr>
          <p:cNvCxnSpPr>
            <a:cxnSpLocks/>
          </p:cNvCxnSpPr>
          <p:nvPr/>
        </p:nvCxnSpPr>
        <p:spPr bwMode="auto">
          <a:xfrm flipH="1">
            <a:off x="6456859" y="2204752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3C297987-C1CA-4823-9C74-8824FC12F8AB}"/>
              </a:ext>
            </a:extLst>
          </p:cNvPr>
          <p:cNvCxnSpPr>
            <a:cxnSpLocks/>
          </p:cNvCxnSpPr>
          <p:nvPr/>
        </p:nvCxnSpPr>
        <p:spPr bwMode="auto">
          <a:xfrm>
            <a:off x="6224743" y="195272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FC7DF361-85BC-421E-A0E8-A7428930923C}"/>
              </a:ext>
            </a:extLst>
          </p:cNvPr>
          <p:cNvCxnSpPr>
            <a:cxnSpLocks/>
          </p:cNvCxnSpPr>
          <p:nvPr/>
        </p:nvCxnSpPr>
        <p:spPr bwMode="auto">
          <a:xfrm>
            <a:off x="6368759" y="1952724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C8D0547F-E6F9-4064-B96F-A5EFC2A94F7C}"/>
              </a:ext>
            </a:extLst>
          </p:cNvPr>
          <p:cNvCxnSpPr>
            <a:cxnSpLocks/>
          </p:cNvCxnSpPr>
          <p:nvPr/>
        </p:nvCxnSpPr>
        <p:spPr bwMode="auto">
          <a:xfrm>
            <a:off x="6224743" y="2420776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99666646-532A-4124-A559-BD69521D93C5}"/>
              </a:ext>
            </a:extLst>
          </p:cNvPr>
          <p:cNvCxnSpPr>
            <a:cxnSpLocks/>
          </p:cNvCxnSpPr>
          <p:nvPr/>
        </p:nvCxnSpPr>
        <p:spPr bwMode="auto">
          <a:xfrm>
            <a:off x="6368759" y="2420776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DCD505EC-D828-4830-BE28-0F3BC5557A95}"/>
              </a:ext>
            </a:extLst>
          </p:cNvPr>
          <p:cNvCxnSpPr>
            <a:cxnSpLocks/>
          </p:cNvCxnSpPr>
          <p:nvPr/>
        </p:nvCxnSpPr>
        <p:spPr bwMode="auto">
          <a:xfrm>
            <a:off x="6116863" y="2204752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C739644D-BD85-4CF2-80F1-E320B05BE3DC}"/>
              </a:ext>
            </a:extLst>
          </p:cNvPr>
          <p:cNvCxnSpPr>
            <a:cxnSpLocks/>
          </p:cNvCxnSpPr>
          <p:nvPr/>
        </p:nvCxnSpPr>
        <p:spPr bwMode="auto">
          <a:xfrm flipH="1">
            <a:off x="5893451" y="2204752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51C3D431-4121-48C2-B834-88F52285C510}"/>
              </a:ext>
            </a:extLst>
          </p:cNvPr>
          <p:cNvCxnSpPr>
            <a:cxnSpLocks/>
          </p:cNvCxnSpPr>
          <p:nvPr/>
        </p:nvCxnSpPr>
        <p:spPr bwMode="auto">
          <a:xfrm flipV="1">
            <a:off x="5455265" y="2564792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2" name="文本框 51">
            <a:extLst>
              <a:ext uri="{FF2B5EF4-FFF2-40B4-BE49-F238E27FC236}">
                <a16:creationId xmlns:a16="http://schemas.microsoft.com/office/drawing/2014/main" id="{5D02EB1F-0A16-4ACB-941A-DEA71261C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2245" y="2096740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8BAB3EF-4780-4F82-BA4B-2E83A582F038}"/>
              </a:ext>
            </a:extLst>
          </p:cNvPr>
          <p:cNvCxnSpPr>
            <a:cxnSpLocks/>
          </p:cNvCxnSpPr>
          <p:nvPr/>
        </p:nvCxnSpPr>
        <p:spPr bwMode="auto">
          <a:xfrm>
            <a:off x="5450125" y="2096740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B733B044-3A71-4FD7-8367-B69461D1658B}"/>
              </a:ext>
            </a:extLst>
          </p:cNvPr>
          <p:cNvCxnSpPr>
            <a:cxnSpLocks/>
          </p:cNvCxnSpPr>
          <p:nvPr/>
        </p:nvCxnSpPr>
        <p:spPr bwMode="auto">
          <a:xfrm flipH="1">
            <a:off x="5682241" y="2204752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2F7AED16-F1E4-4DF1-B436-FCE6F9438F3C}"/>
              </a:ext>
            </a:extLst>
          </p:cNvPr>
          <p:cNvCxnSpPr>
            <a:cxnSpLocks/>
          </p:cNvCxnSpPr>
          <p:nvPr/>
        </p:nvCxnSpPr>
        <p:spPr bwMode="auto">
          <a:xfrm>
            <a:off x="5450125" y="195272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89E8CADC-CA3B-4266-B240-8ADD4D0D3126}"/>
              </a:ext>
            </a:extLst>
          </p:cNvPr>
          <p:cNvCxnSpPr>
            <a:cxnSpLocks/>
          </p:cNvCxnSpPr>
          <p:nvPr/>
        </p:nvCxnSpPr>
        <p:spPr bwMode="auto">
          <a:xfrm>
            <a:off x="5594141" y="1952724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6A38F5FF-8BF7-4043-8239-C43F559E0D02}"/>
              </a:ext>
            </a:extLst>
          </p:cNvPr>
          <p:cNvCxnSpPr>
            <a:cxnSpLocks/>
          </p:cNvCxnSpPr>
          <p:nvPr/>
        </p:nvCxnSpPr>
        <p:spPr bwMode="auto">
          <a:xfrm>
            <a:off x="5450125" y="2420776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6C6795D5-2E00-4F9A-994D-4EF4E10DA15E}"/>
              </a:ext>
            </a:extLst>
          </p:cNvPr>
          <p:cNvCxnSpPr>
            <a:cxnSpLocks/>
          </p:cNvCxnSpPr>
          <p:nvPr/>
        </p:nvCxnSpPr>
        <p:spPr bwMode="auto">
          <a:xfrm>
            <a:off x="5594141" y="2420776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8696BF6C-D436-44B1-BD07-7FE31C1B51DB}"/>
              </a:ext>
            </a:extLst>
          </p:cNvPr>
          <p:cNvCxnSpPr>
            <a:cxnSpLocks/>
          </p:cNvCxnSpPr>
          <p:nvPr/>
        </p:nvCxnSpPr>
        <p:spPr bwMode="auto">
          <a:xfrm>
            <a:off x="5342245" y="2204752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57E1347F-8D3F-4702-8C7F-1B404BA63E1E}"/>
              </a:ext>
            </a:extLst>
          </p:cNvPr>
          <p:cNvCxnSpPr>
            <a:cxnSpLocks/>
          </p:cNvCxnSpPr>
          <p:nvPr/>
        </p:nvCxnSpPr>
        <p:spPr bwMode="auto">
          <a:xfrm flipH="1">
            <a:off x="5118833" y="2204752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0383786A-2525-480F-88E0-6453963A7009}"/>
              </a:ext>
            </a:extLst>
          </p:cNvPr>
          <p:cNvCxnSpPr>
            <a:cxnSpLocks/>
          </p:cNvCxnSpPr>
          <p:nvPr/>
        </p:nvCxnSpPr>
        <p:spPr bwMode="auto">
          <a:xfrm flipV="1">
            <a:off x="4680647" y="2564792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5" name="文本框 51">
            <a:extLst>
              <a:ext uri="{FF2B5EF4-FFF2-40B4-BE49-F238E27FC236}">
                <a16:creationId xmlns:a16="http://schemas.microsoft.com/office/drawing/2014/main" id="{DFD4F959-2313-42AF-A02B-1C65B1E25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098" y="2096740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417CBA33-F457-483C-AC3E-9F59D594C089}"/>
              </a:ext>
            </a:extLst>
          </p:cNvPr>
          <p:cNvCxnSpPr>
            <a:cxnSpLocks/>
          </p:cNvCxnSpPr>
          <p:nvPr/>
        </p:nvCxnSpPr>
        <p:spPr bwMode="auto">
          <a:xfrm>
            <a:off x="4678978" y="2096740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024DC215-C521-48EB-9800-267FD402493F}"/>
              </a:ext>
            </a:extLst>
          </p:cNvPr>
          <p:cNvCxnSpPr>
            <a:cxnSpLocks/>
          </p:cNvCxnSpPr>
          <p:nvPr/>
        </p:nvCxnSpPr>
        <p:spPr bwMode="auto">
          <a:xfrm flipH="1">
            <a:off x="4911094" y="2204752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A1C7A588-AA83-49B5-B581-B16C937F0867}"/>
              </a:ext>
            </a:extLst>
          </p:cNvPr>
          <p:cNvCxnSpPr>
            <a:cxnSpLocks/>
          </p:cNvCxnSpPr>
          <p:nvPr/>
        </p:nvCxnSpPr>
        <p:spPr bwMode="auto">
          <a:xfrm>
            <a:off x="4678978" y="1952724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016F8263-ABCB-49C9-81BA-F9C93D3624CB}"/>
              </a:ext>
            </a:extLst>
          </p:cNvPr>
          <p:cNvCxnSpPr>
            <a:cxnSpLocks/>
          </p:cNvCxnSpPr>
          <p:nvPr/>
        </p:nvCxnSpPr>
        <p:spPr bwMode="auto">
          <a:xfrm>
            <a:off x="4822994" y="1952724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3EC9FC0D-B010-4281-B2C8-3D37E79B833B}"/>
              </a:ext>
            </a:extLst>
          </p:cNvPr>
          <p:cNvCxnSpPr>
            <a:cxnSpLocks/>
          </p:cNvCxnSpPr>
          <p:nvPr/>
        </p:nvCxnSpPr>
        <p:spPr bwMode="auto">
          <a:xfrm>
            <a:off x="4678978" y="2420776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584AEF26-5EEF-4B9C-8271-1804730A9116}"/>
              </a:ext>
            </a:extLst>
          </p:cNvPr>
          <p:cNvCxnSpPr>
            <a:cxnSpLocks/>
          </p:cNvCxnSpPr>
          <p:nvPr/>
        </p:nvCxnSpPr>
        <p:spPr bwMode="auto">
          <a:xfrm>
            <a:off x="4822994" y="2420776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2373E6DB-8670-421E-96B7-0083DA051B7B}"/>
              </a:ext>
            </a:extLst>
          </p:cNvPr>
          <p:cNvCxnSpPr>
            <a:cxnSpLocks/>
          </p:cNvCxnSpPr>
          <p:nvPr/>
        </p:nvCxnSpPr>
        <p:spPr bwMode="auto">
          <a:xfrm>
            <a:off x="4571098" y="2204752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7C6D11A2-63AE-4C3B-A9B7-650F8DB9C9BE}"/>
              </a:ext>
            </a:extLst>
          </p:cNvPr>
          <p:cNvCxnSpPr>
            <a:cxnSpLocks/>
          </p:cNvCxnSpPr>
          <p:nvPr/>
        </p:nvCxnSpPr>
        <p:spPr bwMode="auto">
          <a:xfrm flipH="1">
            <a:off x="4431418" y="2204752"/>
            <a:ext cx="139680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AA3933A3-EA31-474F-8D82-9B8D0A0ED96D}"/>
              </a:ext>
            </a:extLst>
          </p:cNvPr>
          <p:cNvCxnSpPr>
            <a:cxnSpLocks/>
          </p:cNvCxnSpPr>
          <p:nvPr/>
        </p:nvCxnSpPr>
        <p:spPr bwMode="auto">
          <a:xfrm flipV="1">
            <a:off x="3909500" y="2564792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8" name="文本框 51">
            <a:extLst>
              <a:ext uri="{FF2B5EF4-FFF2-40B4-BE49-F238E27FC236}">
                <a16:creationId xmlns:a16="http://schemas.microsoft.com/office/drawing/2014/main" id="{CD9EA054-6118-49F2-A022-0EB124CEB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8400" y="2878787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AEE56E9A-CB4F-4F46-8674-1B0E7D6E24DB}"/>
              </a:ext>
            </a:extLst>
          </p:cNvPr>
          <p:cNvCxnSpPr>
            <a:cxnSpLocks/>
          </p:cNvCxnSpPr>
          <p:nvPr/>
        </p:nvCxnSpPr>
        <p:spPr bwMode="auto">
          <a:xfrm>
            <a:off x="6226280" y="2878787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2E16C50B-448A-483A-BEF7-8383487C7ACE}"/>
              </a:ext>
            </a:extLst>
          </p:cNvPr>
          <p:cNvCxnSpPr>
            <a:cxnSpLocks/>
          </p:cNvCxnSpPr>
          <p:nvPr/>
        </p:nvCxnSpPr>
        <p:spPr bwMode="auto">
          <a:xfrm flipH="1">
            <a:off x="6458396" y="2986799"/>
            <a:ext cx="308193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04070302-9809-4454-85AD-C9A4AEB0C4FB}"/>
              </a:ext>
            </a:extLst>
          </p:cNvPr>
          <p:cNvCxnSpPr>
            <a:cxnSpLocks/>
          </p:cNvCxnSpPr>
          <p:nvPr/>
        </p:nvCxnSpPr>
        <p:spPr bwMode="auto">
          <a:xfrm>
            <a:off x="6226280" y="273477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12CB6CE5-EFFA-4128-90A6-5A6BF3A862CE}"/>
              </a:ext>
            </a:extLst>
          </p:cNvPr>
          <p:cNvCxnSpPr>
            <a:cxnSpLocks/>
          </p:cNvCxnSpPr>
          <p:nvPr/>
        </p:nvCxnSpPr>
        <p:spPr bwMode="auto">
          <a:xfrm>
            <a:off x="6370296" y="273477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385561D7-94F0-4280-ACA6-F125A54D2E27}"/>
              </a:ext>
            </a:extLst>
          </p:cNvPr>
          <p:cNvCxnSpPr>
            <a:cxnSpLocks/>
          </p:cNvCxnSpPr>
          <p:nvPr/>
        </p:nvCxnSpPr>
        <p:spPr bwMode="auto">
          <a:xfrm>
            <a:off x="6226280" y="3202823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0E07771A-C43A-4491-B3F1-5DE92F8CBA70}"/>
              </a:ext>
            </a:extLst>
          </p:cNvPr>
          <p:cNvCxnSpPr>
            <a:cxnSpLocks/>
          </p:cNvCxnSpPr>
          <p:nvPr/>
        </p:nvCxnSpPr>
        <p:spPr bwMode="auto">
          <a:xfrm>
            <a:off x="6370296" y="3202823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095089C5-F1E1-4476-A8C1-D8BD71142209}"/>
              </a:ext>
            </a:extLst>
          </p:cNvPr>
          <p:cNvCxnSpPr>
            <a:cxnSpLocks/>
          </p:cNvCxnSpPr>
          <p:nvPr/>
        </p:nvCxnSpPr>
        <p:spPr bwMode="auto">
          <a:xfrm>
            <a:off x="6118400" y="2986799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A4B7A60B-9850-4C30-A400-0EDED259AE55}"/>
              </a:ext>
            </a:extLst>
          </p:cNvPr>
          <p:cNvCxnSpPr>
            <a:cxnSpLocks/>
          </p:cNvCxnSpPr>
          <p:nvPr/>
        </p:nvCxnSpPr>
        <p:spPr bwMode="auto">
          <a:xfrm flipH="1">
            <a:off x="5894988" y="298679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9AB8408D-CBB3-48BF-A93B-588E4EF8B157}"/>
              </a:ext>
            </a:extLst>
          </p:cNvPr>
          <p:cNvCxnSpPr>
            <a:cxnSpLocks/>
          </p:cNvCxnSpPr>
          <p:nvPr/>
        </p:nvCxnSpPr>
        <p:spPr bwMode="auto">
          <a:xfrm flipV="1">
            <a:off x="5456802" y="3346839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1" name="文本框 51">
            <a:extLst>
              <a:ext uri="{FF2B5EF4-FFF2-40B4-BE49-F238E27FC236}">
                <a16:creationId xmlns:a16="http://schemas.microsoft.com/office/drawing/2014/main" id="{CBCABAA9-8B65-4FAD-961E-D0C586F2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7253" y="2878787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9F67D146-7F1A-4EA7-B5AD-F4B423E68CB9}"/>
              </a:ext>
            </a:extLst>
          </p:cNvPr>
          <p:cNvCxnSpPr>
            <a:cxnSpLocks/>
          </p:cNvCxnSpPr>
          <p:nvPr/>
        </p:nvCxnSpPr>
        <p:spPr bwMode="auto">
          <a:xfrm>
            <a:off x="5455133" y="2878787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C1626CFC-D3F0-4B0B-9777-359E3BB0EB33}"/>
              </a:ext>
            </a:extLst>
          </p:cNvPr>
          <p:cNvCxnSpPr>
            <a:cxnSpLocks/>
          </p:cNvCxnSpPr>
          <p:nvPr/>
        </p:nvCxnSpPr>
        <p:spPr bwMode="auto">
          <a:xfrm flipH="1">
            <a:off x="5687249" y="298679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16364D24-4519-44DE-9AC5-D250B71AEFF9}"/>
              </a:ext>
            </a:extLst>
          </p:cNvPr>
          <p:cNvCxnSpPr>
            <a:cxnSpLocks/>
          </p:cNvCxnSpPr>
          <p:nvPr/>
        </p:nvCxnSpPr>
        <p:spPr bwMode="auto">
          <a:xfrm>
            <a:off x="5455133" y="273477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56C5A0D8-472D-45B5-8BBA-76A702D63181}"/>
              </a:ext>
            </a:extLst>
          </p:cNvPr>
          <p:cNvCxnSpPr>
            <a:cxnSpLocks/>
          </p:cNvCxnSpPr>
          <p:nvPr/>
        </p:nvCxnSpPr>
        <p:spPr bwMode="auto">
          <a:xfrm>
            <a:off x="5593833" y="273477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37A4C1A3-4D71-4137-8AAE-6643FAC53B07}"/>
              </a:ext>
            </a:extLst>
          </p:cNvPr>
          <p:cNvCxnSpPr>
            <a:cxnSpLocks/>
          </p:cNvCxnSpPr>
          <p:nvPr/>
        </p:nvCxnSpPr>
        <p:spPr bwMode="auto">
          <a:xfrm>
            <a:off x="5455133" y="3202823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D74E046B-C8BB-4204-AF5D-15DFECC5821E}"/>
              </a:ext>
            </a:extLst>
          </p:cNvPr>
          <p:cNvCxnSpPr>
            <a:cxnSpLocks/>
          </p:cNvCxnSpPr>
          <p:nvPr/>
        </p:nvCxnSpPr>
        <p:spPr bwMode="auto">
          <a:xfrm>
            <a:off x="5599149" y="3202823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FC85D76B-D967-45CC-9F12-7C60F0589A9D}"/>
              </a:ext>
            </a:extLst>
          </p:cNvPr>
          <p:cNvCxnSpPr>
            <a:cxnSpLocks/>
          </p:cNvCxnSpPr>
          <p:nvPr/>
        </p:nvCxnSpPr>
        <p:spPr bwMode="auto">
          <a:xfrm>
            <a:off x="5347253" y="2986799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FE60C07D-D81F-4ACF-9F16-AAED71A646E2}"/>
              </a:ext>
            </a:extLst>
          </p:cNvPr>
          <p:cNvCxnSpPr>
            <a:cxnSpLocks/>
          </p:cNvCxnSpPr>
          <p:nvPr/>
        </p:nvCxnSpPr>
        <p:spPr bwMode="auto">
          <a:xfrm flipH="1">
            <a:off x="5123841" y="298679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9C559764-BF8D-40F1-854D-709179A2290E}"/>
              </a:ext>
            </a:extLst>
          </p:cNvPr>
          <p:cNvCxnSpPr>
            <a:cxnSpLocks/>
          </p:cNvCxnSpPr>
          <p:nvPr/>
        </p:nvCxnSpPr>
        <p:spPr bwMode="auto">
          <a:xfrm flipV="1">
            <a:off x="4685655" y="3346839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4" name="文本框 51">
            <a:extLst>
              <a:ext uri="{FF2B5EF4-FFF2-40B4-BE49-F238E27FC236}">
                <a16:creationId xmlns:a16="http://schemas.microsoft.com/office/drawing/2014/main" id="{E72AB637-8155-4D56-8113-E1EEE37BA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635" y="2878787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A6AA5D22-2913-44BA-A2B0-824EE99E8305}"/>
              </a:ext>
            </a:extLst>
          </p:cNvPr>
          <p:cNvCxnSpPr>
            <a:cxnSpLocks/>
          </p:cNvCxnSpPr>
          <p:nvPr/>
        </p:nvCxnSpPr>
        <p:spPr bwMode="auto">
          <a:xfrm>
            <a:off x="4680515" y="2878787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934400DC-9065-4A6B-BFD0-13CEDED79A8B}"/>
              </a:ext>
            </a:extLst>
          </p:cNvPr>
          <p:cNvCxnSpPr>
            <a:cxnSpLocks/>
          </p:cNvCxnSpPr>
          <p:nvPr/>
        </p:nvCxnSpPr>
        <p:spPr bwMode="auto">
          <a:xfrm flipH="1">
            <a:off x="4912631" y="298679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2E4F5227-AB05-4314-83C6-5FC8AE020335}"/>
              </a:ext>
            </a:extLst>
          </p:cNvPr>
          <p:cNvCxnSpPr>
            <a:cxnSpLocks/>
          </p:cNvCxnSpPr>
          <p:nvPr/>
        </p:nvCxnSpPr>
        <p:spPr bwMode="auto">
          <a:xfrm>
            <a:off x="4680515" y="273477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A4D403A6-0B78-47F9-9BC0-678598E26FAB}"/>
              </a:ext>
            </a:extLst>
          </p:cNvPr>
          <p:cNvCxnSpPr>
            <a:cxnSpLocks/>
          </p:cNvCxnSpPr>
          <p:nvPr/>
        </p:nvCxnSpPr>
        <p:spPr bwMode="auto">
          <a:xfrm>
            <a:off x="4819215" y="273477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2524EE5F-FB4F-4B91-A273-D76F1A97E9F2}"/>
              </a:ext>
            </a:extLst>
          </p:cNvPr>
          <p:cNvCxnSpPr>
            <a:cxnSpLocks/>
          </p:cNvCxnSpPr>
          <p:nvPr/>
        </p:nvCxnSpPr>
        <p:spPr bwMode="auto">
          <a:xfrm>
            <a:off x="4680515" y="3202823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A9D5D8B3-4E83-4783-8753-BB4D2E6BDB73}"/>
              </a:ext>
            </a:extLst>
          </p:cNvPr>
          <p:cNvCxnSpPr>
            <a:cxnSpLocks/>
          </p:cNvCxnSpPr>
          <p:nvPr/>
        </p:nvCxnSpPr>
        <p:spPr bwMode="auto">
          <a:xfrm>
            <a:off x="4824531" y="3202823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F6461CF2-AA0B-4F93-AB9F-DA4825FF6FDF}"/>
              </a:ext>
            </a:extLst>
          </p:cNvPr>
          <p:cNvCxnSpPr>
            <a:cxnSpLocks/>
          </p:cNvCxnSpPr>
          <p:nvPr/>
        </p:nvCxnSpPr>
        <p:spPr bwMode="auto">
          <a:xfrm>
            <a:off x="4572635" y="2986799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4F25CE17-A95F-425C-A43C-334DF2FE976E}"/>
              </a:ext>
            </a:extLst>
          </p:cNvPr>
          <p:cNvCxnSpPr>
            <a:cxnSpLocks/>
          </p:cNvCxnSpPr>
          <p:nvPr/>
        </p:nvCxnSpPr>
        <p:spPr bwMode="auto">
          <a:xfrm flipH="1">
            <a:off x="4349223" y="298679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BDA4BAF1-4F52-4A3C-A4CD-0C7AF5AC4418}"/>
              </a:ext>
            </a:extLst>
          </p:cNvPr>
          <p:cNvCxnSpPr>
            <a:cxnSpLocks/>
          </p:cNvCxnSpPr>
          <p:nvPr/>
        </p:nvCxnSpPr>
        <p:spPr bwMode="auto">
          <a:xfrm flipV="1">
            <a:off x="3911037" y="3346839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7" name="文本框 51">
            <a:extLst>
              <a:ext uri="{FF2B5EF4-FFF2-40B4-BE49-F238E27FC236}">
                <a16:creationId xmlns:a16="http://schemas.microsoft.com/office/drawing/2014/main" id="{7E40CEF4-0016-4879-B6AA-8576F41A5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1488" y="2878787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0906C4F9-5C02-4C79-B3E7-1FD408857164}"/>
              </a:ext>
            </a:extLst>
          </p:cNvPr>
          <p:cNvCxnSpPr>
            <a:cxnSpLocks/>
          </p:cNvCxnSpPr>
          <p:nvPr/>
        </p:nvCxnSpPr>
        <p:spPr bwMode="auto">
          <a:xfrm>
            <a:off x="3909368" y="2878787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5DA1CFFF-184C-4E38-B4F9-0CBB920B66D9}"/>
              </a:ext>
            </a:extLst>
          </p:cNvPr>
          <p:cNvCxnSpPr>
            <a:cxnSpLocks/>
          </p:cNvCxnSpPr>
          <p:nvPr/>
        </p:nvCxnSpPr>
        <p:spPr bwMode="auto">
          <a:xfrm flipH="1">
            <a:off x="4141484" y="298679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94E98053-C5F4-46BF-BC2D-B484F1B22C78}"/>
              </a:ext>
            </a:extLst>
          </p:cNvPr>
          <p:cNvCxnSpPr>
            <a:cxnSpLocks/>
          </p:cNvCxnSpPr>
          <p:nvPr/>
        </p:nvCxnSpPr>
        <p:spPr bwMode="auto">
          <a:xfrm>
            <a:off x="3909368" y="273477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28098647-6741-4C7E-A35E-62D88313B7CC}"/>
              </a:ext>
            </a:extLst>
          </p:cNvPr>
          <p:cNvCxnSpPr>
            <a:cxnSpLocks/>
          </p:cNvCxnSpPr>
          <p:nvPr/>
        </p:nvCxnSpPr>
        <p:spPr bwMode="auto">
          <a:xfrm>
            <a:off x="4053384" y="2564792"/>
            <a:ext cx="0" cy="3139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56D6C08F-1673-41EE-B80E-F9DCBDB0A5B1}"/>
              </a:ext>
            </a:extLst>
          </p:cNvPr>
          <p:cNvCxnSpPr>
            <a:cxnSpLocks/>
          </p:cNvCxnSpPr>
          <p:nvPr/>
        </p:nvCxnSpPr>
        <p:spPr bwMode="auto">
          <a:xfrm>
            <a:off x="3909368" y="3202823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AD2DD121-C1A7-4C13-B135-8E75C23FE4BA}"/>
              </a:ext>
            </a:extLst>
          </p:cNvPr>
          <p:cNvCxnSpPr>
            <a:cxnSpLocks/>
          </p:cNvCxnSpPr>
          <p:nvPr/>
        </p:nvCxnSpPr>
        <p:spPr bwMode="auto">
          <a:xfrm>
            <a:off x="4053384" y="3202823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1EFF0D37-602E-4ECF-9328-039EBE62D7FF}"/>
              </a:ext>
            </a:extLst>
          </p:cNvPr>
          <p:cNvCxnSpPr>
            <a:cxnSpLocks/>
          </p:cNvCxnSpPr>
          <p:nvPr/>
        </p:nvCxnSpPr>
        <p:spPr bwMode="auto">
          <a:xfrm>
            <a:off x="3801488" y="2986799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9B633A7B-E629-42E3-B2E7-3F0643ED47BD}"/>
              </a:ext>
            </a:extLst>
          </p:cNvPr>
          <p:cNvCxnSpPr>
            <a:cxnSpLocks/>
          </p:cNvCxnSpPr>
          <p:nvPr/>
        </p:nvCxnSpPr>
        <p:spPr bwMode="auto">
          <a:xfrm flipH="1">
            <a:off x="3673251" y="2986799"/>
            <a:ext cx="128237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B79AF6D8-30EE-4EB6-BC51-07D8B6D5C1CE}"/>
              </a:ext>
            </a:extLst>
          </p:cNvPr>
          <p:cNvCxnSpPr>
            <a:cxnSpLocks/>
          </p:cNvCxnSpPr>
          <p:nvPr/>
        </p:nvCxnSpPr>
        <p:spPr bwMode="auto">
          <a:xfrm flipV="1">
            <a:off x="3139890" y="3346839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3F8C5DF6-C21F-44B9-A7D4-6A4E646D990B}"/>
              </a:ext>
            </a:extLst>
          </p:cNvPr>
          <p:cNvCxnSpPr>
            <a:cxnSpLocks/>
          </p:cNvCxnSpPr>
          <p:nvPr/>
        </p:nvCxnSpPr>
        <p:spPr bwMode="auto">
          <a:xfrm>
            <a:off x="6368759" y="2564792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BC2DE4BB-4AA4-4DF8-ADFE-D82F15F3F98F}"/>
              </a:ext>
            </a:extLst>
          </p:cNvPr>
          <p:cNvCxnSpPr>
            <a:cxnSpLocks/>
          </p:cNvCxnSpPr>
          <p:nvPr/>
        </p:nvCxnSpPr>
        <p:spPr bwMode="auto">
          <a:xfrm>
            <a:off x="5594141" y="2564792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9E2788D8-1A29-44F2-8704-3B4E1A0517E3}"/>
              </a:ext>
            </a:extLst>
          </p:cNvPr>
          <p:cNvCxnSpPr>
            <a:cxnSpLocks/>
          </p:cNvCxnSpPr>
          <p:nvPr/>
        </p:nvCxnSpPr>
        <p:spPr bwMode="auto">
          <a:xfrm>
            <a:off x="4822994" y="2564792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文本框 51">
            <a:extLst>
              <a:ext uri="{FF2B5EF4-FFF2-40B4-BE49-F238E27FC236}">
                <a16:creationId xmlns:a16="http://schemas.microsoft.com/office/drawing/2014/main" id="{A4753442-EE2E-4989-A519-66B8A9E42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853" y="3661237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0C8B0DCF-EAE5-462F-BEA1-2BC99D04004E}"/>
              </a:ext>
            </a:extLst>
          </p:cNvPr>
          <p:cNvCxnSpPr>
            <a:cxnSpLocks/>
          </p:cNvCxnSpPr>
          <p:nvPr/>
        </p:nvCxnSpPr>
        <p:spPr bwMode="auto">
          <a:xfrm>
            <a:off x="5456733" y="3661237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982A84D9-F799-489F-93AF-754E6CE9B2E9}"/>
              </a:ext>
            </a:extLst>
          </p:cNvPr>
          <p:cNvCxnSpPr>
            <a:cxnSpLocks/>
          </p:cNvCxnSpPr>
          <p:nvPr/>
        </p:nvCxnSpPr>
        <p:spPr bwMode="auto">
          <a:xfrm flipH="1">
            <a:off x="5688849" y="3769249"/>
            <a:ext cx="316308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624FA943-5C10-4429-B151-A44ED905309D}"/>
              </a:ext>
            </a:extLst>
          </p:cNvPr>
          <p:cNvCxnSpPr>
            <a:cxnSpLocks/>
          </p:cNvCxnSpPr>
          <p:nvPr/>
        </p:nvCxnSpPr>
        <p:spPr bwMode="auto">
          <a:xfrm>
            <a:off x="5456733" y="351722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156D1378-6C9A-4CE4-B042-5736020650E6}"/>
              </a:ext>
            </a:extLst>
          </p:cNvPr>
          <p:cNvCxnSpPr>
            <a:cxnSpLocks/>
          </p:cNvCxnSpPr>
          <p:nvPr/>
        </p:nvCxnSpPr>
        <p:spPr bwMode="auto">
          <a:xfrm>
            <a:off x="5595433" y="351722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>
            <a:extLst>
              <a:ext uri="{FF2B5EF4-FFF2-40B4-BE49-F238E27FC236}">
                <a16:creationId xmlns:a16="http://schemas.microsoft.com/office/drawing/2014/main" id="{6BCB349E-76F1-4AF3-86E9-BD97BAD80BAE}"/>
              </a:ext>
            </a:extLst>
          </p:cNvPr>
          <p:cNvCxnSpPr>
            <a:cxnSpLocks/>
          </p:cNvCxnSpPr>
          <p:nvPr/>
        </p:nvCxnSpPr>
        <p:spPr bwMode="auto">
          <a:xfrm>
            <a:off x="5456733" y="3985273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B874A832-41F5-47BD-A4A6-09A2F6D4980C}"/>
              </a:ext>
            </a:extLst>
          </p:cNvPr>
          <p:cNvCxnSpPr>
            <a:cxnSpLocks/>
          </p:cNvCxnSpPr>
          <p:nvPr/>
        </p:nvCxnSpPr>
        <p:spPr bwMode="auto">
          <a:xfrm>
            <a:off x="5600749" y="3985273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>
            <a:extLst>
              <a:ext uri="{FF2B5EF4-FFF2-40B4-BE49-F238E27FC236}">
                <a16:creationId xmlns:a16="http://schemas.microsoft.com/office/drawing/2014/main" id="{66E9ABC2-A4CF-4F55-918D-C0D734F9D11F}"/>
              </a:ext>
            </a:extLst>
          </p:cNvPr>
          <p:cNvCxnSpPr>
            <a:cxnSpLocks/>
          </p:cNvCxnSpPr>
          <p:nvPr/>
        </p:nvCxnSpPr>
        <p:spPr bwMode="auto">
          <a:xfrm>
            <a:off x="5348853" y="3769249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B28B6440-AA87-4D8D-A7CD-CD7A6B80F8C4}"/>
              </a:ext>
            </a:extLst>
          </p:cNvPr>
          <p:cNvCxnSpPr>
            <a:cxnSpLocks/>
          </p:cNvCxnSpPr>
          <p:nvPr/>
        </p:nvCxnSpPr>
        <p:spPr bwMode="auto">
          <a:xfrm flipH="1">
            <a:off x="5125441" y="376924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>
            <a:extLst>
              <a:ext uri="{FF2B5EF4-FFF2-40B4-BE49-F238E27FC236}">
                <a16:creationId xmlns:a16="http://schemas.microsoft.com/office/drawing/2014/main" id="{99C0715A-4FC0-4AA3-8967-10132EF14708}"/>
              </a:ext>
            </a:extLst>
          </p:cNvPr>
          <p:cNvCxnSpPr>
            <a:cxnSpLocks/>
          </p:cNvCxnSpPr>
          <p:nvPr/>
        </p:nvCxnSpPr>
        <p:spPr bwMode="auto">
          <a:xfrm flipV="1">
            <a:off x="4687255" y="4129289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4" name="文本框 51">
            <a:extLst>
              <a:ext uri="{FF2B5EF4-FFF2-40B4-BE49-F238E27FC236}">
                <a16:creationId xmlns:a16="http://schemas.microsoft.com/office/drawing/2014/main" id="{420CFD69-3E4C-4D18-B277-A201D29B8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7706" y="3661237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DA61AF47-A0AF-4A88-9333-333937D67698}"/>
              </a:ext>
            </a:extLst>
          </p:cNvPr>
          <p:cNvCxnSpPr>
            <a:cxnSpLocks/>
          </p:cNvCxnSpPr>
          <p:nvPr/>
        </p:nvCxnSpPr>
        <p:spPr bwMode="auto">
          <a:xfrm>
            <a:off x="4685586" y="3661237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12002A6D-1395-4DDE-A36C-2904B9D4D9B9}"/>
              </a:ext>
            </a:extLst>
          </p:cNvPr>
          <p:cNvCxnSpPr>
            <a:cxnSpLocks/>
          </p:cNvCxnSpPr>
          <p:nvPr/>
        </p:nvCxnSpPr>
        <p:spPr bwMode="auto">
          <a:xfrm flipH="1">
            <a:off x="4917702" y="376924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E05730F0-D3DD-4736-A7D2-537F0718350C}"/>
              </a:ext>
            </a:extLst>
          </p:cNvPr>
          <p:cNvCxnSpPr>
            <a:cxnSpLocks/>
          </p:cNvCxnSpPr>
          <p:nvPr/>
        </p:nvCxnSpPr>
        <p:spPr bwMode="auto">
          <a:xfrm>
            <a:off x="4685586" y="351722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E01A6233-E619-4EC4-A854-D8542EAC16F8}"/>
              </a:ext>
            </a:extLst>
          </p:cNvPr>
          <p:cNvCxnSpPr>
            <a:cxnSpLocks/>
          </p:cNvCxnSpPr>
          <p:nvPr/>
        </p:nvCxnSpPr>
        <p:spPr bwMode="auto">
          <a:xfrm>
            <a:off x="4824286" y="351722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D26BB269-516D-440F-9B8A-7DCB362D5051}"/>
              </a:ext>
            </a:extLst>
          </p:cNvPr>
          <p:cNvCxnSpPr>
            <a:cxnSpLocks/>
          </p:cNvCxnSpPr>
          <p:nvPr/>
        </p:nvCxnSpPr>
        <p:spPr bwMode="auto">
          <a:xfrm>
            <a:off x="4685586" y="3985273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532618AD-0F4D-4367-AE7F-60309B865A54}"/>
              </a:ext>
            </a:extLst>
          </p:cNvPr>
          <p:cNvCxnSpPr>
            <a:cxnSpLocks/>
          </p:cNvCxnSpPr>
          <p:nvPr/>
        </p:nvCxnSpPr>
        <p:spPr bwMode="auto">
          <a:xfrm>
            <a:off x="4829602" y="3985273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连接符 271">
            <a:extLst>
              <a:ext uri="{FF2B5EF4-FFF2-40B4-BE49-F238E27FC236}">
                <a16:creationId xmlns:a16="http://schemas.microsoft.com/office/drawing/2014/main" id="{3AF15C8E-2BE0-443D-BC5B-46155EA02CCD}"/>
              </a:ext>
            </a:extLst>
          </p:cNvPr>
          <p:cNvCxnSpPr>
            <a:cxnSpLocks/>
          </p:cNvCxnSpPr>
          <p:nvPr/>
        </p:nvCxnSpPr>
        <p:spPr bwMode="auto">
          <a:xfrm>
            <a:off x="4577706" y="3769249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F39BE4E9-26C8-4A81-BE90-DD5D850B3469}"/>
              </a:ext>
            </a:extLst>
          </p:cNvPr>
          <p:cNvCxnSpPr>
            <a:cxnSpLocks/>
          </p:cNvCxnSpPr>
          <p:nvPr/>
        </p:nvCxnSpPr>
        <p:spPr bwMode="auto">
          <a:xfrm flipH="1">
            <a:off x="4354294" y="376924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E565F054-0EF6-4A1C-8412-7F6894BAF866}"/>
              </a:ext>
            </a:extLst>
          </p:cNvPr>
          <p:cNvCxnSpPr>
            <a:cxnSpLocks/>
          </p:cNvCxnSpPr>
          <p:nvPr/>
        </p:nvCxnSpPr>
        <p:spPr bwMode="auto">
          <a:xfrm flipV="1">
            <a:off x="3916108" y="4129289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7" name="文本框 51">
            <a:extLst>
              <a:ext uri="{FF2B5EF4-FFF2-40B4-BE49-F238E27FC236}">
                <a16:creationId xmlns:a16="http://schemas.microsoft.com/office/drawing/2014/main" id="{6CD4069E-8B94-4B98-8984-16DE5065F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088" y="3661237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50ACC6D3-ACA5-48E8-BB5F-8535083D47AE}"/>
              </a:ext>
            </a:extLst>
          </p:cNvPr>
          <p:cNvCxnSpPr>
            <a:cxnSpLocks/>
          </p:cNvCxnSpPr>
          <p:nvPr/>
        </p:nvCxnSpPr>
        <p:spPr bwMode="auto">
          <a:xfrm>
            <a:off x="3910968" y="3661237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9" name="直接连接符 278">
            <a:extLst>
              <a:ext uri="{FF2B5EF4-FFF2-40B4-BE49-F238E27FC236}">
                <a16:creationId xmlns:a16="http://schemas.microsoft.com/office/drawing/2014/main" id="{F0601132-CAC4-4880-98FC-CBB164D06C35}"/>
              </a:ext>
            </a:extLst>
          </p:cNvPr>
          <p:cNvCxnSpPr>
            <a:cxnSpLocks/>
          </p:cNvCxnSpPr>
          <p:nvPr/>
        </p:nvCxnSpPr>
        <p:spPr bwMode="auto">
          <a:xfrm flipH="1">
            <a:off x="4143084" y="376924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:a16="http://schemas.microsoft.com/office/drawing/2014/main" id="{6EF9E55B-0E18-4732-B2F3-363427D6D383}"/>
              </a:ext>
            </a:extLst>
          </p:cNvPr>
          <p:cNvCxnSpPr>
            <a:cxnSpLocks/>
          </p:cNvCxnSpPr>
          <p:nvPr/>
        </p:nvCxnSpPr>
        <p:spPr bwMode="auto">
          <a:xfrm>
            <a:off x="3910968" y="351722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接连接符 280">
            <a:extLst>
              <a:ext uri="{FF2B5EF4-FFF2-40B4-BE49-F238E27FC236}">
                <a16:creationId xmlns:a16="http://schemas.microsoft.com/office/drawing/2014/main" id="{A23C7C35-C3AE-4722-A6BC-2A68E87E55E9}"/>
              </a:ext>
            </a:extLst>
          </p:cNvPr>
          <p:cNvCxnSpPr>
            <a:cxnSpLocks/>
          </p:cNvCxnSpPr>
          <p:nvPr/>
        </p:nvCxnSpPr>
        <p:spPr bwMode="auto">
          <a:xfrm>
            <a:off x="4054984" y="3517221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接连接符 282">
            <a:extLst>
              <a:ext uri="{FF2B5EF4-FFF2-40B4-BE49-F238E27FC236}">
                <a16:creationId xmlns:a16="http://schemas.microsoft.com/office/drawing/2014/main" id="{F4EA3011-B8C4-4D0A-8BF0-71FDC1F7F07F}"/>
              </a:ext>
            </a:extLst>
          </p:cNvPr>
          <p:cNvCxnSpPr>
            <a:cxnSpLocks/>
          </p:cNvCxnSpPr>
          <p:nvPr/>
        </p:nvCxnSpPr>
        <p:spPr bwMode="auto">
          <a:xfrm>
            <a:off x="3910968" y="3985273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连接符 283">
            <a:extLst>
              <a:ext uri="{FF2B5EF4-FFF2-40B4-BE49-F238E27FC236}">
                <a16:creationId xmlns:a16="http://schemas.microsoft.com/office/drawing/2014/main" id="{54F8CF58-EB00-433E-AE31-F4918B34162E}"/>
              </a:ext>
            </a:extLst>
          </p:cNvPr>
          <p:cNvCxnSpPr>
            <a:cxnSpLocks/>
          </p:cNvCxnSpPr>
          <p:nvPr/>
        </p:nvCxnSpPr>
        <p:spPr bwMode="auto">
          <a:xfrm>
            <a:off x="4054984" y="3985273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接连接符 284">
            <a:extLst>
              <a:ext uri="{FF2B5EF4-FFF2-40B4-BE49-F238E27FC236}">
                <a16:creationId xmlns:a16="http://schemas.microsoft.com/office/drawing/2014/main" id="{AB7EE0E3-821A-48BE-AFE4-E067EC837CE1}"/>
              </a:ext>
            </a:extLst>
          </p:cNvPr>
          <p:cNvCxnSpPr>
            <a:cxnSpLocks/>
          </p:cNvCxnSpPr>
          <p:nvPr/>
        </p:nvCxnSpPr>
        <p:spPr bwMode="auto">
          <a:xfrm>
            <a:off x="3803088" y="3769249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6" name="直接连接符 285">
            <a:extLst>
              <a:ext uri="{FF2B5EF4-FFF2-40B4-BE49-F238E27FC236}">
                <a16:creationId xmlns:a16="http://schemas.microsoft.com/office/drawing/2014/main" id="{3F1D148B-A6E6-4029-9FAF-6666EFFCE627}"/>
              </a:ext>
            </a:extLst>
          </p:cNvPr>
          <p:cNvCxnSpPr>
            <a:cxnSpLocks/>
          </p:cNvCxnSpPr>
          <p:nvPr/>
        </p:nvCxnSpPr>
        <p:spPr bwMode="auto">
          <a:xfrm flipH="1">
            <a:off x="3579676" y="376924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FA6AA657-C0F4-460A-9FDD-0FCC95213F40}"/>
              </a:ext>
            </a:extLst>
          </p:cNvPr>
          <p:cNvCxnSpPr>
            <a:cxnSpLocks/>
          </p:cNvCxnSpPr>
          <p:nvPr/>
        </p:nvCxnSpPr>
        <p:spPr bwMode="auto">
          <a:xfrm flipV="1">
            <a:off x="3141490" y="4129289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0" name="文本框 51">
            <a:extLst>
              <a:ext uri="{FF2B5EF4-FFF2-40B4-BE49-F238E27FC236}">
                <a16:creationId xmlns:a16="http://schemas.microsoft.com/office/drawing/2014/main" id="{3D867C08-461B-4CC5-A65C-8B1DA49C6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1941" y="3661237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20687903-60E4-4646-8AA9-B2076DBFFCF7}"/>
              </a:ext>
            </a:extLst>
          </p:cNvPr>
          <p:cNvCxnSpPr>
            <a:cxnSpLocks/>
          </p:cNvCxnSpPr>
          <p:nvPr/>
        </p:nvCxnSpPr>
        <p:spPr bwMode="auto">
          <a:xfrm>
            <a:off x="3139821" y="3661237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2" name="直接连接符 291">
            <a:extLst>
              <a:ext uri="{FF2B5EF4-FFF2-40B4-BE49-F238E27FC236}">
                <a16:creationId xmlns:a16="http://schemas.microsoft.com/office/drawing/2014/main" id="{0A8174B3-3A57-41D5-9802-FCD6BD30F967}"/>
              </a:ext>
            </a:extLst>
          </p:cNvPr>
          <p:cNvCxnSpPr>
            <a:cxnSpLocks/>
          </p:cNvCxnSpPr>
          <p:nvPr/>
        </p:nvCxnSpPr>
        <p:spPr bwMode="auto">
          <a:xfrm flipH="1">
            <a:off x="3371937" y="3769249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连接符 292">
            <a:extLst>
              <a:ext uri="{FF2B5EF4-FFF2-40B4-BE49-F238E27FC236}">
                <a16:creationId xmlns:a16="http://schemas.microsoft.com/office/drawing/2014/main" id="{4FF18992-2A7C-4193-A108-35CC525AC1F0}"/>
              </a:ext>
            </a:extLst>
          </p:cNvPr>
          <p:cNvCxnSpPr>
            <a:cxnSpLocks/>
          </p:cNvCxnSpPr>
          <p:nvPr/>
        </p:nvCxnSpPr>
        <p:spPr bwMode="auto">
          <a:xfrm>
            <a:off x="3139821" y="3517221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708F6EDC-F459-4934-8765-F504339F057D}"/>
              </a:ext>
            </a:extLst>
          </p:cNvPr>
          <p:cNvCxnSpPr>
            <a:cxnSpLocks/>
          </p:cNvCxnSpPr>
          <p:nvPr/>
        </p:nvCxnSpPr>
        <p:spPr bwMode="auto">
          <a:xfrm>
            <a:off x="3283837" y="3346839"/>
            <a:ext cx="0" cy="31439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32FBAE54-9AD3-44F4-A853-46B1DCE9309A}"/>
              </a:ext>
            </a:extLst>
          </p:cNvPr>
          <p:cNvCxnSpPr>
            <a:cxnSpLocks/>
          </p:cNvCxnSpPr>
          <p:nvPr/>
        </p:nvCxnSpPr>
        <p:spPr bwMode="auto">
          <a:xfrm>
            <a:off x="3139821" y="3985273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CB49216A-F989-4413-A732-1A687AC626F1}"/>
              </a:ext>
            </a:extLst>
          </p:cNvPr>
          <p:cNvCxnSpPr>
            <a:cxnSpLocks/>
          </p:cNvCxnSpPr>
          <p:nvPr/>
        </p:nvCxnSpPr>
        <p:spPr bwMode="auto">
          <a:xfrm>
            <a:off x="3283837" y="3985273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D763F786-07BC-4C82-8431-D4BE66BFD68C}"/>
              </a:ext>
            </a:extLst>
          </p:cNvPr>
          <p:cNvCxnSpPr>
            <a:cxnSpLocks/>
          </p:cNvCxnSpPr>
          <p:nvPr/>
        </p:nvCxnSpPr>
        <p:spPr bwMode="auto">
          <a:xfrm>
            <a:off x="3031941" y="3769249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9" name="直接连接符 298">
            <a:extLst>
              <a:ext uri="{FF2B5EF4-FFF2-40B4-BE49-F238E27FC236}">
                <a16:creationId xmlns:a16="http://schemas.microsoft.com/office/drawing/2014/main" id="{3E8E84C3-2212-48FD-86E9-98A984D3FEB6}"/>
              </a:ext>
            </a:extLst>
          </p:cNvPr>
          <p:cNvCxnSpPr>
            <a:cxnSpLocks/>
          </p:cNvCxnSpPr>
          <p:nvPr/>
        </p:nvCxnSpPr>
        <p:spPr bwMode="auto">
          <a:xfrm flipH="1">
            <a:off x="2902162" y="3769249"/>
            <a:ext cx="129779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连接符 300">
            <a:extLst>
              <a:ext uri="{FF2B5EF4-FFF2-40B4-BE49-F238E27FC236}">
                <a16:creationId xmlns:a16="http://schemas.microsoft.com/office/drawing/2014/main" id="{187B88CE-A446-42A4-B888-2AEFDD275986}"/>
              </a:ext>
            </a:extLst>
          </p:cNvPr>
          <p:cNvCxnSpPr>
            <a:cxnSpLocks/>
          </p:cNvCxnSpPr>
          <p:nvPr/>
        </p:nvCxnSpPr>
        <p:spPr bwMode="auto">
          <a:xfrm flipV="1">
            <a:off x="2370343" y="4129289"/>
            <a:ext cx="768740" cy="17038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3" name="文本框 51">
            <a:extLst>
              <a:ext uri="{FF2B5EF4-FFF2-40B4-BE49-F238E27FC236}">
                <a16:creationId xmlns:a16="http://schemas.microsoft.com/office/drawing/2014/main" id="{395C1C3A-5FA2-4218-962A-812D0A227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243" y="4443284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04" name="直接连接符 303">
            <a:extLst>
              <a:ext uri="{FF2B5EF4-FFF2-40B4-BE49-F238E27FC236}">
                <a16:creationId xmlns:a16="http://schemas.microsoft.com/office/drawing/2014/main" id="{A2F5EC09-1171-42B3-9D91-10AEE5617AAF}"/>
              </a:ext>
            </a:extLst>
          </p:cNvPr>
          <p:cNvCxnSpPr>
            <a:cxnSpLocks/>
          </p:cNvCxnSpPr>
          <p:nvPr/>
        </p:nvCxnSpPr>
        <p:spPr bwMode="auto">
          <a:xfrm>
            <a:off x="4687123" y="4443284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5" name="直接连接符 304">
            <a:extLst>
              <a:ext uri="{FF2B5EF4-FFF2-40B4-BE49-F238E27FC236}">
                <a16:creationId xmlns:a16="http://schemas.microsoft.com/office/drawing/2014/main" id="{BDA3F81A-D89C-4008-A286-0F22005E2D95}"/>
              </a:ext>
            </a:extLst>
          </p:cNvPr>
          <p:cNvCxnSpPr>
            <a:cxnSpLocks/>
          </p:cNvCxnSpPr>
          <p:nvPr/>
        </p:nvCxnSpPr>
        <p:spPr bwMode="auto">
          <a:xfrm flipH="1">
            <a:off x="4919239" y="4551296"/>
            <a:ext cx="317908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连接符 305">
            <a:extLst>
              <a:ext uri="{FF2B5EF4-FFF2-40B4-BE49-F238E27FC236}">
                <a16:creationId xmlns:a16="http://schemas.microsoft.com/office/drawing/2014/main" id="{BE0B4C55-BDBE-4507-BDB1-33504820DFB3}"/>
              </a:ext>
            </a:extLst>
          </p:cNvPr>
          <p:cNvCxnSpPr>
            <a:cxnSpLocks/>
          </p:cNvCxnSpPr>
          <p:nvPr/>
        </p:nvCxnSpPr>
        <p:spPr bwMode="auto">
          <a:xfrm>
            <a:off x="4687123" y="429926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连接符 306">
            <a:extLst>
              <a:ext uri="{FF2B5EF4-FFF2-40B4-BE49-F238E27FC236}">
                <a16:creationId xmlns:a16="http://schemas.microsoft.com/office/drawing/2014/main" id="{0A4D2A15-200C-475F-A30F-9417A48F8CC6}"/>
              </a:ext>
            </a:extLst>
          </p:cNvPr>
          <p:cNvCxnSpPr>
            <a:cxnSpLocks/>
          </p:cNvCxnSpPr>
          <p:nvPr/>
        </p:nvCxnSpPr>
        <p:spPr bwMode="auto">
          <a:xfrm>
            <a:off x="4831139" y="4299268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>
            <a:extLst>
              <a:ext uri="{FF2B5EF4-FFF2-40B4-BE49-F238E27FC236}">
                <a16:creationId xmlns:a16="http://schemas.microsoft.com/office/drawing/2014/main" id="{2B7E91E4-9232-457A-8BA6-1FECD46D8550}"/>
              </a:ext>
            </a:extLst>
          </p:cNvPr>
          <p:cNvCxnSpPr>
            <a:cxnSpLocks/>
          </p:cNvCxnSpPr>
          <p:nvPr/>
        </p:nvCxnSpPr>
        <p:spPr bwMode="auto">
          <a:xfrm>
            <a:off x="4687123" y="476732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B1871FCE-847A-4053-A419-8811E7BCC30F}"/>
              </a:ext>
            </a:extLst>
          </p:cNvPr>
          <p:cNvCxnSpPr>
            <a:cxnSpLocks/>
          </p:cNvCxnSpPr>
          <p:nvPr/>
        </p:nvCxnSpPr>
        <p:spPr bwMode="auto">
          <a:xfrm>
            <a:off x="4831139" y="4767320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1FF04516-082F-40D3-AF70-A9FEFEFBCCB7}"/>
              </a:ext>
            </a:extLst>
          </p:cNvPr>
          <p:cNvCxnSpPr>
            <a:cxnSpLocks/>
          </p:cNvCxnSpPr>
          <p:nvPr/>
        </p:nvCxnSpPr>
        <p:spPr bwMode="auto">
          <a:xfrm>
            <a:off x="4579243" y="4551296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2" name="直接连接符 311">
            <a:extLst>
              <a:ext uri="{FF2B5EF4-FFF2-40B4-BE49-F238E27FC236}">
                <a16:creationId xmlns:a16="http://schemas.microsoft.com/office/drawing/2014/main" id="{7F7A1313-5298-4A4F-A488-192F4ABF3A28}"/>
              </a:ext>
            </a:extLst>
          </p:cNvPr>
          <p:cNvCxnSpPr>
            <a:cxnSpLocks/>
          </p:cNvCxnSpPr>
          <p:nvPr/>
        </p:nvCxnSpPr>
        <p:spPr bwMode="auto">
          <a:xfrm flipH="1">
            <a:off x="4355831" y="4551296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文本框 51">
            <a:extLst>
              <a:ext uri="{FF2B5EF4-FFF2-40B4-BE49-F238E27FC236}">
                <a16:creationId xmlns:a16="http://schemas.microsoft.com/office/drawing/2014/main" id="{AC0B3C13-0783-4A2D-8373-5873A509E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096" y="4443284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17" name="直接连接符 316">
            <a:extLst>
              <a:ext uri="{FF2B5EF4-FFF2-40B4-BE49-F238E27FC236}">
                <a16:creationId xmlns:a16="http://schemas.microsoft.com/office/drawing/2014/main" id="{8AB9A3BF-798E-479C-9918-91D3BE309EB3}"/>
              </a:ext>
            </a:extLst>
          </p:cNvPr>
          <p:cNvCxnSpPr>
            <a:cxnSpLocks/>
          </p:cNvCxnSpPr>
          <p:nvPr/>
        </p:nvCxnSpPr>
        <p:spPr bwMode="auto">
          <a:xfrm>
            <a:off x="3915976" y="4443284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8" name="直接连接符 317">
            <a:extLst>
              <a:ext uri="{FF2B5EF4-FFF2-40B4-BE49-F238E27FC236}">
                <a16:creationId xmlns:a16="http://schemas.microsoft.com/office/drawing/2014/main" id="{155C1028-EFEB-4C66-9F07-8887F7E53476}"/>
              </a:ext>
            </a:extLst>
          </p:cNvPr>
          <p:cNvCxnSpPr>
            <a:cxnSpLocks/>
          </p:cNvCxnSpPr>
          <p:nvPr/>
        </p:nvCxnSpPr>
        <p:spPr bwMode="auto">
          <a:xfrm flipH="1">
            <a:off x="4148092" y="4551296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连接符 318">
            <a:extLst>
              <a:ext uri="{FF2B5EF4-FFF2-40B4-BE49-F238E27FC236}">
                <a16:creationId xmlns:a16="http://schemas.microsoft.com/office/drawing/2014/main" id="{06FCCE9C-D1EA-4597-8342-F643576F5B81}"/>
              </a:ext>
            </a:extLst>
          </p:cNvPr>
          <p:cNvCxnSpPr>
            <a:cxnSpLocks/>
          </p:cNvCxnSpPr>
          <p:nvPr/>
        </p:nvCxnSpPr>
        <p:spPr bwMode="auto">
          <a:xfrm>
            <a:off x="3915976" y="429926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连接符 319">
            <a:extLst>
              <a:ext uri="{FF2B5EF4-FFF2-40B4-BE49-F238E27FC236}">
                <a16:creationId xmlns:a16="http://schemas.microsoft.com/office/drawing/2014/main" id="{E1508A91-83BA-4CCE-B982-1BF0CAB9BE6F}"/>
              </a:ext>
            </a:extLst>
          </p:cNvPr>
          <p:cNvCxnSpPr>
            <a:cxnSpLocks/>
          </p:cNvCxnSpPr>
          <p:nvPr/>
        </p:nvCxnSpPr>
        <p:spPr bwMode="auto">
          <a:xfrm>
            <a:off x="4054676" y="4299268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>
            <a:extLst>
              <a:ext uri="{FF2B5EF4-FFF2-40B4-BE49-F238E27FC236}">
                <a16:creationId xmlns:a16="http://schemas.microsoft.com/office/drawing/2014/main" id="{020E4B61-9653-49E0-B6E8-BFCC7003B21D}"/>
              </a:ext>
            </a:extLst>
          </p:cNvPr>
          <p:cNvCxnSpPr>
            <a:cxnSpLocks/>
          </p:cNvCxnSpPr>
          <p:nvPr/>
        </p:nvCxnSpPr>
        <p:spPr bwMode="auto">
          <a:xfrm>
            <a:off x="3915976" y="476732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>
            <a:extLst>
              <a:ext uri="{FF2B5EF4-FFF2-40B4-BE49-F238E27FC236}">
                <a16:creationId xmlns:a16="http://schemas.microsoft.com/office/drawing/2014/main" id="{7C033582-478B-43E6-8F4B-1DC8F13E791B}"/>
              </a:ext>
            </a:extLst>
          </p:cNvPr>
          <p:cNvCxnSpPr>
            <a:cxnSpLocks/>
          </p:cNvCxnSpPr>
          <p:nvPr/>
        </p:nvCxnSpPr>
        <p:spPr bwMode="auto">
          <a:xfrm>
            <a:off x="3808096" y="4551296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5" name="直接连接符 324">
            <a:extLst>
              <a:ext uri="{FF2B5EF4-FFF2-40B4-BE49-F238E27FC236}">
                <a16:creationId xmlns:a16="http://schemas.microsoft.com/office/drawing/2014/main" id="{528F0693-2E11-4116-9774-3F388FE45C87}"/>
              </a:ext>
            </a:extLst>
          </p:cNvPr>
          <p:cNvCxnSpPr>
            <a:cxnSpLocks/>
          </p:cNvCxnSpPr>
          <p:nvPr/>
        </p:nvCxnSpPr>
        <p:spPr bwMode="auto">
          <a:xfrm flipH="1">
            <a:off x="3584684" y="4551296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51">
            <a:extLst>
              <a:ext uri="{FF2B5EF4-FFF2-40B4-BE49-F238E27FC236}">
                <a16:creationId xmlns:a16="http://schemas.microsoft.com/office/drawing/2014/main" id="{29F0C36C-6C76-4C52-A614-E938B8B7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3478" y="4443284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30" name="直接连接符 329">
            <a:extLst>
              <a:ext uri="{FF2B5EF4-FFF2-40B4-BE49-F238E27FC236}">
                <a16:creationId xmlns:a16="http://schemas.microsoft.com/office/drawing/2014/main" id="{E007C98C-D2F2-41A1-A7C4-EC0F8F8840AC}"/>
              </a:ext>
            </a:extLst>
          </p:cNvPr>
          <p:cNvCxnSpPr>
            <a:cxnSpLocks/>
          </p:cNvCxnSpPr>
          <p:nvPr/>
        </p:nvCxnSpPr>
        <p:spPr bwMode="auto">
          <a:xfrm>
            <a:off x="3141358" y="4443284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1" name="直接连接符 330">
            <a:extLst>
              <a:ext uri="{FF2B5EF4-FFF2-40B4-BE49-F238E27FC236}">
                <a16:creationId xmlns:a16="http://schemas.microsoft.com/office/drawing/2014/main" id="{08CA183F-02C0-4CDD-A122-AAF592D18CEE}"/>
              </a:ext>
            </a:extLst>
          </p:cNvPr>
          <p:cNvCxnSpPr>
            <a:cxnSpLocks/>
          </p:cNvCxnSpPr>
          <p:nvPr/>
        </p:nvCxnSpPr>
        <p:spPr bwMode="auto">
          <a:xfrm flipH="1">
            <a:off x="3373474" y="4551296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>
            <a:extLst>
              <a:ext uri="{FF2B5EF4-FFF2-40B4-BE49-F238E27FC236}">
                <a16:creationId xmlns:a16="http://schemas.microsoft.com/office/drawing/2014/main" id="{811BCCF0-282B-4AE9-9729-24F4A6953AD8}"/>
              </a:ext>
            </a:extLst>
          </p:cNvPr>
          <p:cNvCxnSpPr>
            <a:cxnSpLocks/>
          </p:cNvCxnSpPr>
          <p:nvPr/>
        </p:nvCxnSpPr>
        <p:spPr bwMode="auto">
          <a:xfrm>
            <a:off x="3141358" y="429926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>
            <a:extLst>
              <a:ext uri="{FF2B5EF4-FFF2-40B4-BE49-F238E27FC236}">
                <a16:creationId xmlns:a16="http://schemas.microsoft.com/office/drawing/2014/main" id="{552E5B83-B217-4A49-9E12-CD05A0137B73}"/>
              </a:ext>
            </a:extLst>
          </p:cNvPr>
          <p:cNvCxnSpPr>
            <a:cxnSpLocks/>
          </p:cNvCxnSpPr>
          <p:nvPr/>
        </p:nvCxnSpPr>
        <p:spPr bwMode="auto">
          <a:xfrm>
            <a:off x="3285374" y="4299268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>
            <a:extLst>
              <a:ext uri="{FF2B5EF4-FFF2-40B4-BE49-F238E27FC236}">
                <a16:creationId xmlns:a16="http://schemas.microsoft.com/office/drawing/2014/main" id="{DFE24297-A8F3-48BC-917A-421FE56A16CC}"/>
              </a:ext>
            </a:extLst>
          </p:cNvPr>
          <p:cNvCxnSpPr>
            <a:cxnSpLocks/>
          </p:cNvCxnSpPr>
          <p:nvPr/>
        </p:nvCxnSpPr>
        <p:spPr bwMode="auto">
          <a:xfrm>
            <a:off x="3141358" y="476732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4319A493-9529-45DC-A5E9-E418DE0956DB}"/>
              </a:ext>
            </a:extLst>
          </p:cNvPr>
          <p:cNvCxnSpPr>
            <a:cxnSpLocks/>
          </p:cNvCxnSpPr>
          <p:nvPr/>
        </p:nvCxnSpPr>
        <p:spPr bwMode="auto">
          <a:xfrm>
            <a:off x="3033478" y="4551296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8" name="直接连接符 337">
            <a:extLst>
              <a:ext uri="{FF2B5EF4-FFF2-40B4-BE49-F238E27FC236}">
                <a16:creationId xmlns:a16="http://schemas.microsoft.com/office/drawing/2014/main" id="{13EFCD5E-4DD2-45A7-889A-0D86FCDD8E65}"/>
              </a:ext>
            </a:extLst>
          </p:cNvPr>
          <p:cNvCxnSpPr>
            <a:cxnSpLocks/>
          </p:cNvCxnSpPr>
          <p:nvPr/>
        </p:nvCxnSpPr>
        <p:spPr bwMode="auto">
          <a:xfrm flipH="1">
            <a:off x="2810066" y="4551296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文本框 51">
            <a:extLst>
              <a:ext uri="{FF2B5EF4-FFF2-40B4-BE49-F238E27FC236}">
                <a16:creationId xmlns:a16="http://schemas.microsoft.com/office/drawing/2014/main" id="{DE9EE8F4-807B-4CF2-BCD2-74763508F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331" y="4443284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43" name="直接连接符 342">
            <a:extLst>
              <a:ext uri="{FF2B5EF4-FFF2-40B4-BE49-F238E27FC236}">
                <a16:creationId xmlns:a16="http://schemas.microsoft.com/office/drawing/2014/main" id="{73D73B9A-423F-4712-8EAB-3E4F73862826}"/>
              </a:ext>
            </a:extLst>
          </p:cNvPr>
          <p:cNvCxnSpPr>
            <a:cxnSpLocks/>
          </p:cNvCxnSpPr>
          <p:nvPr/>
        </p:nvCxnSpPr>
        <p:spPr bwMode="auto">
          <a:xfrm>
            <a:off x="2370211" y="4443284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4" name="直接连接符 343">
            <a:extLst>
              <a:ext uri="{FF2B5EF4-FFF2-40B4-BE49-F238E27FC236}">
                <a16:creationId xmlns:a16="http://schemas.microsoft.com/office/drawing/2014/main" id="{578CD613-F464-4F68-8F96-76B1B17DAB19}"/>
              </a:ext>
            </a:extLst>
          </p:cNvPr>
          <p:cNvCxnSpPr>
            <a:cxnSpLocks/>
          </p:cNvCxnSpPr>
          <p:nvPr/>
        </p:nvCxnSpPr>
        <p:spPr bwMode="auto">
          <a:xfrm flipH="1">
            <a:off x="2602327" y="4551296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EAC9CF99-CC2B-421C-B915-AD441B7C405A}"/>
              </a:ext>
            </a:extLst>
          </p:cNvPr>
          <p:cNvCxnSpPr>
            <a:cxnSpLocks/>
          </p:cNvCxnSpPr>
          <p:nvPr/>
        </p:nvCxnSpPr>
        <p:spPr bwMode="auto">
          <a:xfrm>
            <a:off x="2370211" y="4299268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连接符 345">
            <a:extLst>
              <a:ext uri="{FF2B5EF4-FFF2-40B4-BE49-F238E27FC236}">
                <a16:creationId xmlns:a16="http://schemas.microsoft.com/office/drawing/2014/main" id="{37E28B94-F73B-40FA-AE3F-2CDBBA5A0C24}"/>
              </a:ext>
            </a:extLst>
          </p:cNvPr>
          <p:cNvCxnSpPr>
            <a:cxnSpLocks/>
          </p:cNvCxnSpPr>
          <p:nvPr/>
        </p:nvCxnSpPr>
        <p:spPr bwMode="auto">
          <a:xfrm>
            <a:off x="2514227" y="4129289"/>
            <a:ext cx="0" cy="31399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>
            <a:extLst>
              <a:ext uri="{FF2B5EF4-FFF2-40B4-BE49-F238E27FC236}">
                <a16:creationId xmlns:a16="http://schemas.microsoft.com/office/drawing/2014/main" id="{E1CC2D5E-B585-49EB-A9EF-6160AE7162BD}"/>
              </a:ext>
            </a:extLst>
          </p:cNvPr>
          <p:cNvCxnSpPr>
            <a:cxnSpLocks/>
          </p:cNvCxnSpPr>
          <p:nvPr/>
        </p:nvCxnSpPr>
        <p:spPr bwMode="auto">
          <a:xfrm>
            <a:off x="2370211" y="4767320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6" name="组合 625">
            <a:extLst>
              <a:ext uri="{FF2B5EF4-FFF2-40B4-BE49-F238E27FC236}">
                <a16:creationId xmlns:a16="http://schemas.microsoft.com/office/drawing/2014/main" id="{6346F232-0088-4331-90E0-19C5F8FBF7D2}"/>
              </a:ext>
            </a:extLst>
          </p:cNvPr>
          <p:cNvGrpSpPr/>
          <p:nvPr/>
        </p:nvGrpSpPr>
        <p:grpSpPr>
          <a:xfrm>
            <a:off x="2514227" y="4767319"/>
            <a:ext cx="1545765" cy="589915"/>
            <a:chOff x="1513834" y="4270310"/>
            <a:chExt cx="1545765" cy="144016"/>
          </a:xfrm>
        </p:grpSpPr>
        <p:cxnSp>
          <p:nvCxnSpPr>
            <p:cNvPr id="323" name="直接连接符 322">
              <a:extLst>
                <a:ext uri="{FF2B5EF4-FFF2-40B4-BE49-F238E27FC236}">
                  <a16:creationId xmlns:a16="http://schemas.microsoft.com/office/drawing/2014/main" id="{2C224CC6-8B0F-4BDC-880F-3E01DAC6381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59599" y="4270310"/>
              <a:ext cx="0" cy="144016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701B6238-91D5-4F36-8C64-D58A5FBE4AC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84981" y="4270310"/>
              <a:ext cx="0" cy="144016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直接连接符 348">
              <a:extLst>
                <a:ext uri="{FF2B5EF4-FFF2-40B4-BE49-F238E27FC236}">
                  <a16:creationId xmlns:a16="http://schemas.microsoft.com/office/drawing/2014/main" id="{F9B6DD15-5535-4E2E-A9A6-B60601B2627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13834" y="4270310"/>
              <a:ext cx="0" cy="144016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0" name="直接连接符 349">
            <a:extLst>
              <a:ext uri="{FF2B5EF4-FFF2-40B4-BE49-F238E27FC236}">
                <a16:creationId xmlns:a16="http://schemas.microsoft.com/office/drawing/2014/main" id="{8DD330FC-43CB-4272-A491-95D92DA3ABE7}"/>
              </a:ext>
            </a:extLst>
          </p:cNvPr>
          <p:cNvCxnSpPr>
            <a:cxnSpLocks/>
          </p:cNvCxnSpPr>
          <p:nvPr/>
        </p:nvCxnSpPr>
        <p:spPr bwMode="auto">
          <a:xfrm>
            <a:off x="2262331" y="4551296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1" name="直接连接符 350">
            <a:extLst>
              <a:ext uri="{FF2B5EF4-FFF2-40B4-BE49-F238E27FC236}">
                <a16:creationId xmlns:a16="http://schemas.microsoft.com/office/drawing/2014/main" id="{35BCC97A-FBE6-4409-91A1-4C4CB785E0FD}"/>
              </a:ext>
            </a:extLst>
          </p:cNvPr>
          <p:cNvCxnSpPr>
            <a:cxnSpLocks/>
          </p:cNvCxnSpPr>
          <p:nvPr/>
        </p:nvCxnSpPr>
        <p:spPr bwMode="auto">
          <a:xfrm flipH="1">
            <a:off x="2116009" y="4551296"/>
            <a:ext cx="14632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880A702B-18E9-412C-A46E-0DD097EE7DA5}"/>
              </a:ext>
            </a:extLst>
          </p:cNvPr>
          <p:cNvCxnSpPr>
            <a:cxnSpLocks/>
          </p:cNvCxnSpPr>
          <p:nvPr/>
        </p:nvCxnSpPr>
        <p:spPr bwMode="auto">
          <a:xfrm flipH="1">
            <a:off x="2116009" y="4684044"/>
            <a:ext cx="146323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连接符 353">
            <a:extLst>
              <a:ext uri="{FF2B5EF4-FFF2-40B4-BE49-F238E27FC236}">
                <a16:creationId xmlns:a16="http://schemas.microsoft.com/office/drawing/2014/main" id="{70BDF783-0301-4B3B-B0CB-0224A873AD25}"/>
              </a:ext>
            </a:extLst>
          </p:cNvPr>
          <p:cNvCxnSpPr>
            <a:cxnSpLocks/>
          </p:cNvCxnSpPr>
          <p:nvPr/>
        </p:nvCxnSpPr>
        <p:spPr bwMode="auto">
          <a:xfrm>
            <a:off x="4829602" y="4129289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连接符 354">
            <a:extLst>
              <a:ext uri="{FF2B5EF4-FFF2-40B4-BE49-F238E27FC236}">
                <a16:creationId xmlns:a16="http://schemas.microsoft.com/office/drawing/2014/main" id="{6EAAD5AC-2FB4-4D18-ADC6-507B4F99B99A}"/>
              </a:ext>
            </a:extLst>
          </p:cNvPr>
          <p:cNvCxnSpPr>
            <a:cxnSpLocks/>
          </p:cNvCxnSpPr>
          <p:nvPr/>
        </p:nvCxnSpPr>
        <p:spPr bwMode="auto">
          <a:xfrm>
            <a:off x="4054984" y="4129289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接连接符 355">
            <a:extLst>
              <a:ext uri="{FF2B5EF4-FFF2-40B4-BE49-F238E27FC236}">
                <a16:creationId xmlns:a16="http://schemas.microsoft.com/office/drawing/2014/main" id="{47FCA07F-25D8-4800-AA7E-98B304FDB84A}"/>
              </a:ext>
            </a:extLst>
          </p:cNvPr>
          <p:cNvCxnSpPr>
            <a:cxnSpLocks/>
          </p:cNvCxnSpPr>
          <p:nvPr/>
        </p:nvCxnSpPr>
        <p:spPr bwMode="auto">
          <a:xfrm>
            <a:off x="3283837" y="4129289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9" name="组合 358">
            <a:extLst>
              <a:ext uri="{FF2B5EF4-FFF2-40B4-BE49-F238E27FC236}">
                <a16:creationId xmlns:a16="http://schemas.microsoft.com/office/drawing/2014/main" id="{90FD2D07-B741-4DF0-BDBA-39D0AF0CA1BC}"/>
              </a:ext>
            </a:extLst>
          </p:cNvPr>
          <p:cNvGrpSpPr/>
          <p:nvPr/>
        </p:nvGrpSpPr>
        <p:grpSpPr>
          <a:xfrm>
            <a:off x="6278193" y="3485486"/>
            <a:ext cx="2390135" cy="2600629"/>
            <a:chOff x="6716358" y="1477748"/>
            <a:chExt cx="2390135" cy="3069325"/>
          </a:xfrm>
        </p:grpSpPr>
        <p:sp>
          <p:nvSpPr>
            <p:cNvPr id="360" name="文本框 51">
              <a:extLst>
                <a:ext uri="{FF2B5EF4-FFF2-40B4-BE49-F238E27FC236}">
                  <a16:creationId xmlns:a16="http://schemas.microsoft.com/office/drawing/2014/main" id="{AD984BEC-9485-40FB-8A4D-0C69E4893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0063" y="2156544"/>
              <a:ext cx="1297537" cy="17702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361" name="组合 360">
              <a:extLst>
                <a:ext uri="{FF2B5EF4-FFF2-40B4-BE49-F238E27FC236}">
                  <a16:creationId xmlns:a16="http://schemas.microsoft.com/office/drawing/2014/main" id="{1C3D8D4F-9138-4DA6-83D4-CAE3A48892B9}"/>
                </a:ext>
              </a:extLst>
            </p:cNvPr>
            <p:cNvGrpSpPr/>
            <p:nvPr/>
          </p:nvGrpSpPr>
          <p:grpSpPr>
            <a:xfrm>
              <a:off x="7020272" y="1952836"/>
              <a:ext cx="1764196" cy="2218108"/>
              <a:chOff x="5159912" y="2107408"/>
              <a:chExt cx="1764196" cy="2218108"/>
            </a:xfrm>
          </p:grpSpPr>
          <p:sp>
            <p:nvSpPr>
              <p:cNvPr id="368" name="文本框 51">
                <a:extLst>
                  <a:ext uri="{FF2B5EF4-FFF2-40B4-BE49-F238E27FC236}">
                    <a16:creationId xmlns:a16="http://schemas.microsoft.com/office/drawing/2014/main" id="{418D1391-53AA-415B-A940-6FF174ECF2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9195" y="3429002"/>
                <a:ext cx="712865" cy="46279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0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+mn-ea"/>
                    <a:ea typeface="+mn-ea"/>
                    <a:cs typeface="Times New Roman" panose="02020603050405020304" pitchFamily="18" charset="0"/>
                  </a:rPr>
                  <a:t>FA</a:t>
                </a:r>
                <a:endParaRPr lang="zh-CN" altLang="en-US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69" name="直接连接符 368">
                <a:extLst>
                  <a:ext uri="{FF2B5EF4-FFF2-40B4-BE49-F238E27FC236}">
                    <a16:creationId xmlns:a16="http://schemas.microsoft.com/office/drawing/2014/main" id="{301D4A47-144D-46F2-89D5-28EE069048A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159912" y="3656171"/>
                <a:ext cx="61928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>
                <a:extLst>
                  <a:ext uri="{FF2B5EF4-FFF2-40B4-BE49-F238E27FC236}">
                    <a16:creationId xmlns:a16="http://schemas.microsoft.com/office/drawing/2014/main" id="{F6979045-75C2-4535-8800-0955074382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92060" y="3656171"/>
                <a:ext cx="43204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1" name="组合 370">
                <a:extLst>
                  <a:ext uri="{FF2B5EF4-FFF2-40B4-BE49-F238E27FC236}">
                    <a16:creationId xmlns:a16="http://schemas.microsoft.com/office/drawing/2014/main" id="{C8FC09F7-CFD6-4DC7-B63F-7B81C8FDF574}"/>
                  </a:ext>
                </a:extLst>
              </p:cNvPr>
              <p:cNvGrpSpPr/>
              <p:nvPr/>
            </p:nvGrpSpPr>
            <p:grpSpPr>
              <a:xfrm>
                <a:off x="5585956" y="2107411"/>
                <a:ext cx="553151" cy="2218105"/>
                <a:chOff x="1701397" y="2334643"/>
                <a:chExt cx="729218" cy="3377740"/>
              </a:xfrm>
            </p:grpSpPr>
            <p:sp>
              <p:nvSpPr>
                <p:cNvPr id="376" name="AutoShape 11">
                  <a:extLst>
                    <a:ext uri="{FF2B5EF4-FFF2-40B4-BE49-F238E27FC236}">
                      <a16:creationId xmlns:a16="http://schemas.microsoft.com/office/drawing/2014/main" id="{D75DF20F-DAB0-4336-BDA6-40FE3FE4F4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890173" y="3554632"/>
                  <a:ext cx="615761" cy="465123"/>
                </a:xfrm>
                <a:prstGeom prst="flowChartDelay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3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377" name="Line 7">
                  <a:extLst>
                    <a:ext uri="{FF2B5EF4-FFF2-40B4-BE49-F238E27FC236}">
                      <a16:creationId xmlns:a16="http://schemas.microsoft.com/office/drawing/2014/main" id="{C692FCCC-3482-4B93-B093-4529E2F330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022562" y="3203755"/>
                  <a:ext cx="53203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oval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8" name="Line 8">
                  <a:extLst>
                    <a:ext uri="{FF2B5EF4-FFF2-40B4-BE49-F238E27FC236}">
                      <a16:creationId xmlns:a16="http://schemas.microsoft.com/office/drawing/2014/main" id="{7E60B5F3-C47F-44DD-9156-71888429B7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932663" y="3313410"/>
                  <a:ext cx="312723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" name="Line 9">
                  <a:extLst>
                    <a:ext uri="{FF2B5EF4-FFF2-40B4-BE49-F238E27FC236}">
                      <a16:creationId xmlns:a16="http://schemas.microsoft.com/office/drawing/2014/main" id="{0146527D-3299-48A6-B8FD-BFBE3E8E2E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2086135" y="4230655"/>
                  <a:ext cx="23301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0" name="Line 8">
                  <a:extLst>
                    <a:ext uri="{FF2B5EF4-FFF2-40B4-BE49-F238E27FC236}">
                      <a16:creationId xmlns:a16="http://schemas.microsoft.com/office/drawing/2014/main" id="{782594D8-AA97-45DB-8B37-951C6A8CC1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2527" y="4023513"/>
                  <a:ext cx="337774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72" name="Line 9">
                <a:extLst>
                  <a:ext uri="{FF2B5EF4-FFF2-40B4-BE49-F238E27FC236}">
                    <a16:creationId xmlns:a16="http://schemas.microsoft.com/office/drawing/2014/main" id="{5ACDEDC8-B774-4574-B3CD-4CD23494B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661587" y="2768205"/>
                <a:ext cx="132159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3" name="Line 9">
                <a:extLst>
                  <a:ext uri="{FF2B5EF4-FFF2-40B4-BE49-F238E27FC236}">
                    <a16:creationId xmlns:a16="http://schemas.microsoft.com/office/drawing/2014/main" id="{C34C8331-ECA9-4EAC-97E5-86C843090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881101" y="4101720"/>
                <a:ext cx="42982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374" name="直接连接符 373">
                <a:extLst>
                  <a:ext uri="{FF2B5EF4-FFF2-40B4-BE49-F238E27FC236}">
                    <a16:creationId xmlns:a16="http://schemas.microsoft.com/office/drawing/2014/main" id="{65870D4C-983C-4876-A829-C564C9A691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159912" y="2503452"/>
                <a:ext cx="176419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接连接符 374">
                <a:extLst>
                  <a:ext uri="{FF2B5EF4-FFF2-40B4-BE49-F238E27FC236}">
                    <a16:creationId xmlns:a16="http://schemas.microsoft.com/office/drawing/2014/main" id="{06419AFF-1EC5-4312-9BF5-88B09126BA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85957" y="2647471"/>
                <a:ext cx="288388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2" name="TextBox 32">
              <a:extLst>
                <a:ext uri="{FF2B5EF4-FFF2-40B4-BE49-F238E27FC236}">
                  <a16:creationId xmlns:a16="http://schemas.microsoft.com/office/drawing/2014/main" id="{2DBB4731-1C64-49BD-9C03-46CFF10CE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8357" y="2092197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3" name="TextBox 32">
              <a:extLst>
                <a:ext uri="{FF2B5EF4-FFF2-40B4-BE49-F238E27FC236}">
                  <a16:creationId xmlns:a16="http://schemas.microsoft.com/office/drawing/2014/main" id="{B13128C3-0F2B-43BC-BF81-470BE6BAC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248" y="1487611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aj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4" name="TextBox 32">
              <a:extLst>
                <a:ext uri="{FF2B5EF4-FFF2-40B4-BE49-F238E27FC236}">
                  <a16:creationId xmlns:a16="http://schemas.microsoft.com/office/drawing/2014/main" id="{5E99484A-9547-43D1-9EEA-9139F7FCC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8675" y="1477748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si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5" name="TextBox 32">
              <a:extLst>
                <a:ext uri="{FF2B5EF4-FFF2-40B4-BE49-F238E27FC236}">
                  <a16:creationId xmlns:a16="http://schemas.microsoft.com/office/drawing/2014/main" id="{8CB7C525-3503-4EB5-ACA7-5B99AAE1C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0314" y="4115030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so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6" name="TextBox 32">
              <a:extLst>
                <a:ext uri="{FF2B5EF4-FFF2-40B4-BE49-F238E27FC236}">
                  <a16:creationId xmlns:a16="http://schemas.microsoft.com/office/drawing/2014/main" id="{8CCC2DD7-B49C-41BD-A350-E12CA2E0D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6358" y="3244317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7" name="TextBox 32">
              <a:extLst>
                <a:ext uri="{FF2B5EF4-FFF2-40B4-BE49-F238E27FC236}">
                  <a16:creationId xmlns:a16="http://schemas.microsoft.com/office/drawing/2014/main" id="{99042981-1C8E-4CDE-9468-E6C528FCF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4070" y="3244317"/>
              <a:ext cx="208136" cy="432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ci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1" name="TextBox 32">
            <a:extLst>
              <a:ext uri="{FF2B5EF4-FFF2-40B4-BE49-F238E27FC236}">
                <a16:creationId xmlns:a16="http://schemas.microsoft.com/office/drawing/2014/main" id="{062BF761-C93B-4FBF-8A01-D37F9D7F3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764" y="1622621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2" name="TextBox 32">
            <a:extLst>
              <a:ext uri="{FF2B5EF4-FFF2-40B4-BE49-F238E27FC236}">
                <a16:creationId xmlns:a16="http://schemas.microsoft.com/office/drawing/2014/main" id="{9C70DF04-C9D3-4052-A23A-354B93B91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4177" y="1615505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3" name="TextBox 32">
            <a:extLst>
              <a:ext uri="{FF2B5EF4-FFF2-40B4-BE49-F238E27FC236}">
                <a16:creationId xmlns:a16="http://schemas.microsoft.com/office/drawing/2014/main" id="{EA141E5C-D876-4FBD-A7D4-FF25FD23C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2" y="1622621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4" name="TextBox 32">
            <a:extLst>
              <a:ext uri="{FF2B5EF4-FFF2-40B4-BE49-F238E27FC236}">
                <a16:creationId xmlns:a16="http://schemas.microsoft.com/office/drawing/2014/main" id="{69455366-A442-449D-A993-1AF2F491F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2785" y="1615505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5" name="TextBox 32">
            <a:extLst>
              <a:ext uri="{FF2B5EF4-FFF2-40B4-BE49-F238E27FC236}">
                <a16:creationId xmlns:a16="http://schemas.microsoft.com/office/drawing/2014/main" id="{FE78D1A7-259B-489A-BE82-33A89C912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46" y="1629736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6" name="TextBox 32">
            <a:extLst>
              <a:ext uri="{FF2B5EF4-FFF2-40B4-BE49-F238E27FC236}">
                <a16:creationId xmlns:a16="http://schemas.microsoft.com/office/drawing/2014/main" id="{7BE5E34D-1C62-47D8-A878-A4876DB31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658" y="1622621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7" name="TextBox 32">
            <a:extLst>
              <a:ext uri="{FF2B5EF4-FFF2-40B4-BE49-F238E27FC236}">
                <a16:creationId xmlns:a16="http://schemas.microsoft.com/office/drawing/2014/main" id="{CC58D972-79A0-4A5A-A5D4-62B01EDF2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9440" y="1629736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TextBox 32">
            <a:extLst>
              <a:ext uri="{FF2B5EF4-FFF2-40B4-BE49-F238E27FC236}">
                <a16:creationId xmlns:a16="http://schemas.microsoft.com/office/drawing/2014/main" id="{0A45C85E-706C-497E-8ADA-AEAF22293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853" y="1622621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" name="TextBox 32">
            <a:extLst>
              <a:ext uri="{FF2B5EF4-FFF2-40B4-BE49-F238E27FC236}">
                <a16:creationId xmlns:a16="http://schemas.microsoft.com/office/drawing/2014/main" id="{91D26515-35C2-453E-82B8-9F92C66C5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6961" y="1992501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0" name="TextBox 32">
            <a:extLst>
              <a:ext uri="{FF2B5EF4-FFF2-40B4-BE49-F238E27FC236}">
                <a16:creationId xmlns:a16="http://schemas.microsoft.com/office/drawing/2014/main" id="{F45EC224-0454-4B78-AC00-FAECB3DE5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3496" y="2233042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1" name="TextBox 32">
            <a:extLst>
              <a:ext uri="{FF2B5EF4-FFF2-40B4-BE49-F238E27FC236}">
                <a16:creationId xmlns:a16="http://schemas.microsoft.com/office/drawing/2014/main" id="{27FA3667-D2E9-4CD1-84D8-5BA0DA5B3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134" y="2532024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8" name="TextBox 32">
            <a:extLst>
              <a:ext uri="{FF2B5EF4-FFF2-40B4-BE49-F238E27FC236}">
                <a16:creationId xmlns:a16="http://schemas.microsoft.com/office/drawing/2014/main" id="{7278DB2F-D52B-4A81-AB90-8D6751A22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0144" y="2821593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" name="TextBox 32">
            <a:extLst>
              <a:ext uri="{FF2B5EF4-FFF2-40B4-BE49-F238E27FC236}">
                <a16:creationId xmlns:a16="http://schemas.microsoft.com/office/drawing/2014/main" id="{8D234C50-124C-47FF-970A-37CFA5CD3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242" y="3331814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3" name="TextBox 32">
            <a:extLst>
              <a:ext uri="{FF2B5EF4-FFF2-40B4-BE49-F238E27FC236}">
                <a16:creationId xmlns:a16="http://schemas.microsoft.com/office/drawing/2014/main" id="{054CEE42-1955-41C2-9BE5-EF0BE1129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622" y="4095413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4" name="TextBox 32">
            <a:extLst>
              <a:ext uri="{FF2B5EF4-FFF2-40B4-BE49-F238E27FC236}">
                <a16:creationId xmlns:a16="http://schemas.microsoft.com/office/drawing/2014/main" id="{E3872BB3-84A3-427D-8E44-F3C5E75E3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4327" y="4406472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6" name="TextBox 32">
            <a:extLst>
              <a:ext uri="{FF2B5EF4-FFF2-40B4-BE49-F238E27FC236}">
                <a16:creationId xmlns:a16="http://schemas.microsoft.com/office/drawing/2014/main" id="{5D664D23-E222-48EF-A51B-68B2E38C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2798" y="4875616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7" name="TextBox 32">
            <a:extLst>
              <a:ext uri="{FF2B5EF4-FFF2-40B4-BE49-F238E27FC236}">
                <a16:creationId xmlns:a16="http://schemas.microsoft.com/office/drawing/2014/main" id="{F4C191D2-44BC-447A-91AB-45ADF09C7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9590" y="5750105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8" name="TextBox 32">
            <a:extLst>
              <a:ext uri="{FF2B5EF4-FFF2-40B4-BE49-F238E27FC236}">
                <a16:creationId xmlns:a16="http://schemas.microsoft.com/office/drawing/2014/main" id="{7CFEBDF7-FDB2-4D34-A1EA-F2694ABEE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501" y="5749169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TextBox 32">
            <a:extLst>
              <a:ext uri="{FF2B5EF4-FFF2-40B4-BE49-F238E27FC236}">
                <a16:creationId xmlns:a16="http://schemas.microsoft.com/office/drawing/2014/main" id="{8BA871B4-E498-4010-A811-8CC02AC4A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4541" y="5750105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p6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2" name="TextBox 32">
            <a:extLst>
              <a:ext uri="{FF2B5EF4-FFF2-40B4-BE49-F238E27FC236}">
                <a16:creationId xmlns:a16="http://schemas.microsoft.com/office/drawing/2014/main" id="{9803C0D6-70B3-4B00-A9D4-21C34FCA8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544" y="5750105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p7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8" name="直接连接符 417">
            <a:extLst>
              <a:ext uri="{FF2B5EF4-FFF2-40B4-BE49-F238E27FC236}">
                <a16:creationId xmlns:a16="http://schemas.microsoft.com/office/drawing/2014/main" id="{196AAC29-096E-4F81-9A30-FAA869CDC852}"/>
              </a:ext>
            </a:extLst>
          </p:cNvPr>
          <p:cNvCxnSpPr>
            <a:cxnSpLocks/>
          </p:cNvCxnSpPr>
          <p:nvPr/>
        </p:nvCxnSpPr>
        <p:spPr bwMode="auto">
          <a:xfrm>
            <a:off x="5597177" y="3346839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接连接符 418">
            <a:extLst>
              <a:ext uri="{FF2B5EF4-FFF2-40B4-BE49-F238E27FC236}">
                <a16:creationId xmlns:a16="http://schemas.microsoft.com/office/drawing/2014/main" id="{6D8FCF2A-3F02-4A3C-B6E3-56432662F7A0}"/>
              </a:ext>
            </a:extLst>
          </p:cNvPr>
          <p:cNvCxnSpPr>
            <a:cxnSpLocks/>
          </p:cNvCxnSpPr>
          <p:nvPr/>
        </p:nvCxnSpPr>
        <p:spPr bwMode="auto">
          <a:xfrm>
            <a:off x="4822012" y="3346839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17A6D2B0-12FE-414E-9E25-ED92176D3B88}"/>
              </a:ext>
            </a:extLst>
          </p:cNvPr>
          <p:cNvCxnSpPr>
            <a:cxnSpLocks/>
          </p:cNvCxnSpPr>
          <p:nvPr/>
        </p:nvCxnSpPr>
        <p:spPr bwMode="auto">
          <a:xfrm>
            <a:off x="4054321" y="3346839"/>
            <a:ext cx="0" cy="1699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TextBox 32">
            <a:extLst>
              <a:ext uri="{FF2B5EF4-FFF2-40B4-BE49-F238E27FC236}">
                <a16:creationId xmlns:a16="http://schemas.microsoft.com/office/drawing/2014/main" id="{AD4B536E-FB7A-40E0-ADC5-A3F39AC9C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5283" y="2341921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A59E6486-AD3F-4D97-9719-8DA1168EA247}"/>
              </a:ext>
            </a:extLst>
          </p:cNvPr>
          <p:cNvCxnSpPr>
            <a:cxnSpLocks/>
          </p:cNvCxnSpPr>
          <p:nvPr/>
        </p:nvCxnSpPr>
        <p:spPr bwMode="auto">
          <a:xfrm flipH="1">
            <a:off x="6456859" y="2337500"/>
            <a:ext cx="15965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TextBox 32">
            <a:extLst>
              <a:ext uri="{FF2B5EF4-FFF2-40B4-BE49-F238E27FC236}">
                <a16:creationId xmlns:a16="http://schemas.microsoft.com/office/drawing/2014/main" id="{997924BF-7F35-4516-AFAF-8FAEE991E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7098" y="2339256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直接连接符 394">
            <a:extLst>
              <a:ext uri="{FF2B5EF4-FFF2-40B4-BE49-F238E27FC236}">
                <a16:creationId xmlns:a16="http://schemas.microsoft.com/office/drawing/2014/main" id="{D53EBE10-ACE4-4356-89D5-1FEDDA1F6BF2}"/>
              </a:ext>
            </a:extLst>
          </p:cNvPr>
          <p:cNvCxnSpPr>
            <a:cxnSpLocks/>
          </p:cNvCxnSpPr>
          <p:nvPr/>
        </p:nvCxnSpPr>
        <p:spPr bwMode="auto">
          <a:xfrm flipH="1">
            <a:off x="5678674" y="2334835"/>
            <a:ext cx="15965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TextBox 32">
            <a:extLst>
              <a:ext uri="{FF2B5EF4-FFF2-40B4-BE49-F238E27FC236}">
                <a16:creationId xmlns:a16="http://schemas.microsoft.com/office/drawing/2014/main" id="{1682FAC1-9F6A-44C8-891B-05BA24C7D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191" y="2344874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5" name="直接连接符 414">
            <a:extLst>
              <a:ext uri="{FF2B5EF4-FFF2-40B4-BE49-F238E27FC236}">
                <a16:creationId xmlns:a16="http://schemas.microsoft.com/office/drawing/2014/main" id="{13D01275-570E-4D1C-A4C7-A8DBF81F77C5}"/>
              </a:ext>
            </a:extLst>
          </p:cNvPr>
          <p:cNvCxnSpPr>
            <a:cxnSpLocks/>
          </p:cNvCxnSpPr>
          <p:nvPr/>
        </p:nvCxnSpPr>
        <p:spPr bwMode="auto">
          <a:xfrm flipH="1">
            <a:off x="4926767" y="2340453"/>
            <a:ext cx="15965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TextBox 32">
            <a:extLst>
              <a:ext uri="{FF2B5EF4-FFF2-40B4-BE49-F238E27FC236}">
                <a16:creationId xmlns:a16="http://schemas.microsoft.com/office/drawing/2014/main" id="{18117E85-94AB-45D4-B11C-CE2712E42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3804" y="2279597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9" name="组合 428">
            <a:extLst>
              <a:ext uri="{FF2B5EF4-FFF2-40B4-BE49-F238E27FC236}">
                <a16:creationId xmlns:a16="http://schemas.microsoft.com/office/drawing/2014/main" id="{CD8ABAD1-769D-4504-B08D-34150A7DABE5}"/>
              </a:ext>
            </a:extLst>
          </p:cNvPr>
          <p:cNvGrpSpPr/>
          <p:nvPr/>
        </p:nvGrpSpPr>
        <p:grpSpPr>
          <a:xfrm>
            <a:off x="5677335" y="3119950"/>
            <a:ext cx="429613" cy="782047"/>
            <a:chOff x="5458004" y="2749108"/>
            <a:chExt cx="429613" cy="782047"/>
          </a:xfrm>
        </p:grpSpPr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F9DC6FC3-53ED-4D5F-9AC1-C4BA9C89EBC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55086EAC-F79E-4BAE-8AB0-706295F5694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直接连接符 431">
              <a:extLst>
                <a:ext uri="{FF2B5EF4-FFF2-40B4-BE49-F238E27FC236}">
                  <a16:creationId xmlns:a16="http://schemas.microsoft.com/office/drawing/2014/main" id="{D0E513A6-342B-4763-9B07-2F2EA0428C5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3" name="直接连接符 542">
            <a:extLst>
              <a:ext uri="{FF2B5EF4-FFF2-40B4-BE49-F238E27FC236}">
                <a16:creationId xmlns:a16="http://schemas.microsoft.com/office/drawing/2014/main" id="{CFFA4AA8-314B-4E28-ADAB-D2762D5061A6}"/>
              </a:ext>
            </a:extLst>
          </p:cNvPr>
          <p:cNvCxnSpPr>
            <a:cxnSpLocks/>
          </p:cNvCxnSpPr>
          <p:nvPr/>
        </p:nvCxnSpPr>
        <p:spPr bwMode="auto">
          <a:xfrm>
            <a:off x="4060372" y="5245113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4" name="直接连接符 543">
            <a:extLst>
              <a:ext uri="{FF2B5EF4-FFF2-40B4-BE49-F238E27FC236}">
                <a16:creationId xmlns:a16="http://schemas.microsoft.com/office/drawing/2014/main" id="{6FE6E2A7-3E57-4626-9677-9250795845D0}"/>
              </a:ext>
            </a:extLst>
          </p:cNvPr>
          <p:cNvCxnSpPr>
            <a:cxnSpLocks/>
          </p:cNvCxnSpPr>
          <p:nvPr/>
        </p:nvCxnSpPr>
        <p:spPr bwMode="auto">
          <a:xfrm flipH="1">
            <a:off x="4292488" y="5353125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直接连接符 545">
            <a:extLst>
              <a:ext uri="{FF2B5EF4-FFF2-40B4-BE49-F238E27FC236}">
                <a16:creationId xmlns:a16="http://schemas.microsoft.com/office/drawing/2014/main" id="{E116C2E8-D266-449B-9F80-D03D7ECC0FD5}"/>
              </a:ext>
            </a:extLst>
          </p:cNvPr>
          <p:cNvCxnSpPr>
            <a:cxnSpLocks/>
          </p:cNvCxnSpPr>
          <p:nvPr/>
        </p:nvCxnSpPr>
        <p:spPr bwMode="auto">
          <a:xfrm>
            <a:off x="4060372" y="556914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直接连接符 546">
            <a:extLst>
              <a:ext uri="{FF2B5EF4-FFF2-40B4-BE49-F238E27FC236}">
                <a16:creationId xmlns:a16="http://schemas.microsoft.com/office/drawing/2014/main" id="{05B2B767-36D2-4A82-A0AF-77252381BD43}"/>
              </a:ext>
            </a:extLst>
          </p:cNvPr>
          <p:cNvCxnSpPr>
            <a:cxnSpLocks/>
          </p:cNvCxnSpPr>
          <p:nvPr/>
        </p:nvCxnSpPr>
        <p:spPr bwMode="auto">
          <a:xfrm>
            <a:off x="4204388" y="556914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直接连接符 547">
            <a:extLst>
              <a:ext uri="{FF2B5EF4-FFF2-40B4-BE49-F238E27FC236}">
                <a16:creationId xmlns:a16="http://schemas.microsoft.com/office/drawing/2014/main" id="{E6114859-B451-40ED-AE6F-09D23771516D}"/>
              </a:ext>
            </a:extLst>
          </p:cNvPr>
          <p:cNvCxnSpPr>
            <a:cxnSpLocks/>
          </p:cNvCxnSpPr>
          <p:nvPr/>
        </p:nvCxnSpPr>
        <p:spPr bwMode="auto">
          <a:xfrm>
            <a:off x="3952492" y="5353125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9" name="直接连接符 548">
            <a:extLst>
              <a:ext uri="{FF2B5EF4-FFF2-40B4-BE49-F238E27FC236}">
                <a16:creationId xmlns:a16="http://schemas.microsoft.com/office/drawing/2014/main" id="{2FB89019-471D-457B-9B77-DD820D84769B}"/>
              </a:ext>
            </a:extLst>
          </p:cNvPr>
          <p:cNvCxnSpPr>
            <a:cxnSpLocks/>
          </p:cNvCxnSpPr>
          <p:nvPr/>
        </p:nvCxnSpPr>
        <p:spPr bwMode="auto">
          <a:xfrm flipH="1">
            <a:off x="3729080" y="5353125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直接连接符 549">
            <a:extLst>
              <a:ext uri="{FF2B5EF4-FFF2-40B4-BE49-F238E27FC236}">
                <a16:creationId xmlns:a16="http://schemas.microsoft.com/office/drawing/2014/main" id="{C5A5B34B-43B9-41CB-811E-A2AEAE423E5E}"/>
              </a:ext>
            </a:extLst>
          </p:cNvPr>
          <p:cNvCxnSpPr>
            <a:cxnSpLocks/>
          </p:cNvCxnSpPr>
          <p:nvPr/>
        </p:nvCxnSpPr>
        <p:spPr bwMode="auto">
          <a:xfrm flipH="1">
            <a:off x="3729080" y="5485873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1" name="文本框 51">
            <a:extLst>
              <a:ext uri="{FF2B5EF4-FFF2-40B4-BE49-F238E27FC236}">
                <a16:creationId xmlns:a16="http://schemas.microsoft.com/office/drawing/2014/main" id="{9C2129B6-1285-4866-8932-D7E0A559F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7874" y="5245113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552" name="直接连接符 551">
            <a:extLst>
              <a:ext uri="{FF2B5EF4-FFF2-40B4-BE49-F238E27FC236}">
                <a16:creationId xmlns:a16="http://schemas.microsoft.com/office/drawing/2014/main" id="{31F1CAE5-D495-4A1C-B2E3-F33C9CA1A4CF}"/>
              </a:ext>
            </a:extLst>
          </p:cNvPr>
          <p:cNvCxnSpPr>
            <a:cxnSpLocks/>
          </p:cNvCxnSpPr>
          <p:nvPr/>
        </p:nvCxnSpPr>
        <p:spPr bwMode="auto">
          <a:xfrm>
            <a:off x="3285754" y="5245113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3" name="直接连接符 552">
            <a:extLst>
              <a:ext uri="{FF2B5EF4-FFF2-40B4-BE49-F238E27FC236}">
                <a16:creationId xmlns:a16="http://schemas.microsoft.com/office/drawing/2014/main" id="{86EBDF76-98F9-44F1-81A6-326E3A9C8E2F}"/>
              </a:ext>
            </a:extLst>
          </p:cNvPr>
          <p:cNvCxnSpPr>
            <a:cxnSpLocks/>
          </p:cNvCxnSpPr>
          <p:nvPr/>
        </p:nvCxnSpPr>
        <p:spPr bwMode="auto">
          <a:xfrm flipH="1">
            <a:off x="3517870" y="5353125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直接连接符 553">
            <a:extLst>
              <a:ext uri="{FF2B5EF4-FFF2-40B4-BE49-F238E27FC236}">
                <a16:creationId xmlns:a16="http://schemas.microsoft.com/office/drawing/2014/main" id="{17A2FC71-9C72-4F85-B41F-C77B799D01E4}"/>
              </a:ext>
            </a:extLst>
          </p:cNvPr>
          <p:cNvCxnSpPr>
            <a:cxnSpLocks/>
          </p:cNvCxnSpPr>
          <p:nvPr/>
        </p:nvCxnSpPr>
        <p:spPr bwMode="auto">
          <a:xfrm flipH="1">
            <a:off x="3517870" y="5485873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直接连接符 554">
            <a:extLst>
              <a:ext uri="{FF2B5EF4-FFF2-40B4-BE49-F238E27FC236}">
                <a16:creationId xmlns:a16="http://schemas.microsoft.com/office/drawing/2014/main" id="{13BFA3A6-635C-44C0-B9D5-89514AD56F8E}"/>
              </a:ext>
            </a:extLst>
          </p:cNvPr>
          <p:cNvCxnSpPr>
            <a:cxnSpLocks/>
          </p:cNvCxnSpPr>
          <p:nvPr/>
        </p:nvCxnSpPr>
        <p:spPr bwMode="auto">
          <a:xfrm>
            <a:off x="3285754" y="556914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直接连接符 555">
            <a:extLst>
              <a:ext uri="{FF2B5EF4-FFF2-40B4-BE49-F238E27FC236}">
                <a16:creationId xmlns:a16="http://schemas.microsoft.com/office/drawing/2014/main" id="{32E8D722-3EF4-4720-9405-CAB38FDD273C}"/>
              </a:ext>
            </a:extLst>
          </p:cNvPr>
          <p:cNvCxnSpPr>
            <a:cxnSpLocks/>
          </p:cNvCxnSpPr>
          <p:nvPr/>
        </p:nvCxnSpPr>
        <p:spPr bwMode="auto">
          <a:xfrm>
            <a:off x="3429770" y="556914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直接连接符 556">
            <a:extLst>
              <a:ext uri="{FF2B5EF4-FFF2-40B4-BE49-F238E27FC236}">
                <a16:creationId xmlns:a16="http://schemas.microsoft.com/office/drawing/2014/main" id="{255107F3-8669-4891-BF7A-1E8B809CDDD6}"/>
              </a:ext>
            </a:extLst>
          </p:cNvPr>
          <p:cNvCxnSpPr>
            <a:cxnSpLocks/>
          </p:cNvCxnSpPr>
          <p:nvPr/>
        </p:nvCxnSpPr>
        <p:spPr bwMode="auto">
          <a:xfrm>
            <a:off x="3177874" y="5353125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8" name="直接连接符 557">
            <a:extLst>
              <a:ext uri="{FF2B5EF4-FFF2-40B4-BE49-F238E27FC236}">
                <a16:creationId xmlns:a16="http://schemas.microsoft.com/office/drawing/2014/main" id="{48C0C0F7-5E19-4E67-B4DF-3CB76B2AA061}"/>
              </a:ext>
            </a:extLst>
          </p:cNvPr>
          <p:cNvCxnSpPr>
            <a:cxnSpLocks/>
          </p:cNvCxnSpPr>
          <p:nvPr/>
        </p:nvCxnSpPr>
        <p:spPr bwMode="auto">
          <a:xfrm flipH="1">
            <a:off x="2954462" y="5353125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直接连接符 558">
            <a:extLst>
              <a:ext uri="{FF2B5EF4-FFF2-40B4-BE49-F238E27FC236}">
                <a16:creationId xmlns:a16="http://schemas.microsoft.com/office/drawing/2014/main" id="{51F077C0-2AD1-462A-A06D-CBDC70FE9CC5}"/>
              </a:ext>
            </a:extLst>
          </p:cNvPr>
          <p:cNvCxnSpPr>
            <a:cxnSpLocks/>
          </p:cNvCxnSpPr>
          <p:nvPr/>
        </p:nvCxnSpPr>
        <p:spPr bwMode="auto">
          <a:xfrm flipH="1">
            <a:off x="2954462" y="5485873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文本框 51">
            <a:extLst>
              <a:ext uri="{FF2B5EF4-FFF2-40B4-BE49-F238E27FC236}">
                <a16:creationId xmlns:a16="http://schemas.microsoft.com/office/drawing/2014/main" id="{3AEF15B3-9E8A-44F8-9376-FD02E35AD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727" y="5245113"/>
            <a:ext cx="346709" cy="32727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561" name="直接连接符 560">
            <a:extLst>
              <a:ext uri="{FF2B5EF4-FFF2-40B4-BE49-F238E27FC236}">
                <a16:creationId xmlns:a16="http://schemas.microsoft.com/office/drawing/2014/main" id="{7B4CABFA-4AE1-48EC-88DC-390102890BCF}"/>
              </a:ext>
            </a:extLst>
          </p:cNvPr>
          <p:cNvCxnSpPr>
            <a:cxnSpLocks/>
          </p:cNvCxnSpPr>
          <p:nvPr/>
        </p:nvCxnSpPr>
        <p:spPr bwMode="auto">
          <a:xfrm>
            <a:off x="2514607" y="5245113"/>
            <a:ext cx="0" cy="3240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2" name="直接连接符 561">
            <a:extLst>
              <a:ext uri="{FF2B5EF4-FFF2-40B4-BE49-F238E27FC236}">
                <a16:creationId xmlns:a16="http://schemas.microsoft.com/office/drawing/2014/main" id="{5671561D-3D4B-4372-8EF7-35C4A70B466B}"/>
              </a:ext>
            </a:extLst>
          </p:cNvPr>
          <p:cNvCxnSpPr>
            <a:cxnSpLocks/>
          </p:cNvCxnSpPr>
          <p:nvPr/>
        </p:nvCxnSpPr>
        <p:spPr bwMode="auto">
          <a:xfrm flipH="1">
            <a:off x="2746723" y="5353125"/>
            <a:ext cx="2234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4094004F-A1E7-455F-86E8-AD77DAC024ED}"/>
              </a:ext>
            </a:extLst>
          </p:cNvPr>
          <p:cNvCxnSpPr>
            <a:cxnSpLocks/>
          </p:cNvCxnSpPr>
          <p:nvPr/>
        </p:nvCxnSpPr>
        <p:spPr bwMode="auto">
          <a:xfrm flipH="1">
            <a:off x="2746723" y="5485873"/>
            <a:ext cx="2234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直接连接符 563">
            <a:extLst>
              <a:ext uri="{FF2B5EF4-FFF2-40B4-BE49-F238E27FC236}">
                <a16:creationId xmlns:a16="http://schemas.microsoft.com/office/drawing/2014/main" id="{35CE6F4F-2C4D-4C2A-8FF1-C67A401B800E}"/>
              </a:ext>
            </a:extLst>
          </p:cNvPr>
          <p:cNvCxnSpPr>
            <a:cxnSpLocks/>
          </p:cNvCxnSpPr>
          <p:nvPr/>
        </p:nvCxnSpPr>
        <p:spPr bwMode="auto">
          <a:xfrm>
            <a:off x="2514607" y="5569149"/>
            <a:ext cx="0" cy="144016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B07A7BED-3065-46FA-927A-52190DE81647}"/>
              </a:ext>
            </a:extLst>
          </p:cNvPr>
          <p:cNvCxnSpPr>
            <a:cxnSpLocks/>
          </p:cNvCxnSpPr>
          <p:nvPr/>
        </p:nvCxnSpPr>
        <p:spPr bwMode="auto">
          <a:xfrm>
            <a:off x="2658623" y="5569149"/>
            <a:ext cx="0" cy="144016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02D148C6-8E2B-4619-A418-8A2A9524FE98}"/>
              </a:ext>
            </a:extLst>
          </p:cNvPr>
          <p:cNvCxnSpPr>
            <a:cxnSpLocks/>
          </p:cNvCxnSpPr>
          <p:nvPr/>
        </p:nvCxnSpPr>
        <p:spPr bwMode="auto">
          <a:xfrm>
            <a:off x="2406727" y="5353125"/>
            <a:ext cx="35607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487E41A7-EAAD-4B8D-A15D-09014AEA64F4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0544" y="5353125"/>
            <a:ext cx="166183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498C01FD-8674-404B-8E2A-2A05D754C3D3}"/>
              </a:ext>
            </a:extLst>
          </p:cNvPr>
          <p:cNvCxnSpPr>
            <a:cxnSpLocks/>
          </p:cNvCxnSpPr>
          <p:nvPr/>
        </p:nvCxnSpPr>
        <p:spPr bwMode="auto">
          <a:xfrm flipH="1">
            <a:off x="2262331" y="5485873"/>
            <a:ext cx="144396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直接连接符 570">
            <a:extLst>
              <a:ext uri="{FF2B5EF4-FFF2-40B4-BE49-F238E27FC236}">
                <a16:creationId xmlns:a16="http://schemas.microsoft.com/office/drawing/2014/main" id="{DD8176D9-CC01-446A-B85E-8D2725061528}"/>
              </a:ext>
            </a:extLst>
          </p:cNvPr>
          <p:cNvCxnSpPr>
            <a:cxnSpLocks/>
          </p:cNvCxnSpPr>
          <p:nvPr/>
        </p:nvCxnSpPr>
        <p:spPr bwMode="auto">
          <a:xfrm>
            <a:off x="2259022" y="5485873"/>
            <a:ext cx="0" cy="22729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3" name="组合 572">
            <a:extLst>
              <a:ext uri="{FF2B5EF4-FFF2-40B4-BE49-F238E27FC236}">
                <a16:creationId xmlns:a16="http://schemas.microsoft.com/office/drawing/2014/main" id="{964C79C5-0581-4CEF-9F7F-4C0CE4578151}"/>
              </a:ext>
            </a:extLst>
          </p:cNvPr>
          <p:cNvGrpSpPr/>
          <p:nvPr/>
        </p:nvGrpSpPr>
        <p:grpSpPr>
          <a:xfrm>
            <a:off x="4911831" y="3114999"/>
            <a:ext cx="429613" cy="782047"/>
            <a:chOff x="5458004" y="2749108"/>
            <a:chExt cx="429613" cy="782047"/>
          </a:xfrm>
        </p:grpSpPr>
        <p:cxnSp>
          <p:nvCxnSpPr>
            <p:cNvPr id="574" name="直接连接符 573">
              <a:extLst>
                <a:ext uri="{FF2B5EF4-FFF2-40B4-BE49-F238E27FC236}">
                  <a16:creationId xmlns:a16="http://schemas.microsoft.com/office/drawing/2014/main" id="{A77970A2-18DB-4078-AF5C-01F85636E8E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接连接符 574">
              <a:extLst>
                <a:ext uri="{FF2B5EF4-FFF2-40B4-BE49-F238E27FC236}">
                  <a16:creationId xmlns:a16="http://schemas.microsoft.com/office/drawing/2014/main" id="{EEAC2DD4-A9A9-4991-90F3-FF93EE36280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直接连接符 575">
              <a:extLst>
                <a:ext uri="{FF2B5EF4-FFF2-40B4-BE49-F238E27FC236}">
                  <a16:creationId xmlns:a16="http://schemas.microsoft.com/office/drawing/2014/main" id="{F9DD2357-392A-4763-BDCF-1C9CE12129E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7" name="组合 576">
            <a:extLst>
              <a:ext uri="{FF2B5EF4-FFF2-40B4-BE49-F238E27FC236}">
                <a16:creationId xmlns:a16="http://schemas.microsoft.com/office/drawing/2014/main" id="{29AAC601-69C9-4EF1-9095-7944D9BF0D97}"/>
              </a:ext>
            </a:extLst>
          </p:cNvPr>
          <p:cNvGrpSpPr/>
          <p:nvPr/>
        </p:nvGrpSpPr>
        <p:grpSpPr>
          <a:xfrm>
            <a:off x="4153131" y="3112359"/>
            <a:ext cx="429613" cy="782047"/>
            <a:chOff x="5458004" y="2749108"/>
            <a:chExt cx="429613" cy="782047"/>
          </a:xfrm>
        </p:grpSpPr>
        <p:cxnSp>
          <p:nvCxnSpPr>
            <p:cNvPr id="578" name="直接连接符 577">
              <a:extLst>
                <a:ext uri="{FF2B5EF4-FFF2-40B4-BE49-F238E27FC236}">
                  <a16:creationId xmlns:a16="http://schemas.microsoft.com/office/drawing/2014/main" id="{D214D6A4-1375-4790-956B-FEEBC69770C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BDC6D5EB-ED11-4738-B2CF-52CB9DDBCA0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接连接符 579">
              <a:extLst>
                <a:ext uri="{FF2B5EF4-FFF2-40B4-BE49-F238E27FC236}">
                  <a16:creationId xmlns:a16="http://schemas.microsoft.com/office/drawing/2014/main" id="{B7F3BB14-66B7-4418-AD3D-BFFB08E4BB5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5" name="组合 584">
            <a:extLst>
              <a:ext uri="{FF2B5EF4-FFF2-40B4-BE49-F238E27FC236}">
                <a16:creationId xmlns:a16="http://schemas.microsoft.com/office/drawing/2014/main" id="{A530E3DE-91F2-4BC8-863C-4E56B76399EF}"/>
              </a:ext>
            </a:extLst>
          </p:cNvPr>
          <p:cNvGrpSpPr/>
          <p:nvPr/>
        </p:nvGrpSpPr>
        <p:grpSpPr>
          <a:xfrm>
            <a:off x="4918871" y="3905851"/>
            <a:ext cx="429613" cy="782047"/>
            <a:chOff x="5458004" y="2749108"/>
            <a:chExt cx="429613" cy="782047"/>
          </a:xfrm>
        </p:grpSpPr>
        <p:cxnSp>
          <p:nvCxnSpPr>
            <p:cNvPr id="586" name="直接连接符 585">
              <a:extLst>
                <a:ext uri="{FF2B5EF4-FFF2-40B4-BE49-F238E27FC236}">
                  <a16:creationId xmlns:a16="http://schemas.microsoft.com/office/drawing/2014/main" id="{5B197438-546D-45E7-A0D4-E0D813F8398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直接连接符 586">
              <a:extLst>
                <a:ext uri="{FF2B5EF4-FFF2-40B4-BE49-F238E27FC236}">
                  <a16:creationId xmlns:a16="http://schemas.microsoft.com/office/drawing/2014/main" id="{69CA9D7D-AF9A-48E2-80EE-BDBC64B869C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直接连接符 587">
              <a:extLst>
                <a:ext uri="{FF2B5EF4-FFF2-40B4-BE49-F238E27FC236}">
                  <a16:creationId xmlns:a16="http://schemas.microsoft.com/office/drawing/2014/main" id="{BD00C62A-7D0D-4F90-B258-C34DDCE925B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6" name="TextBox 32">
            <a:extLst>
              <a:ext uri="{FF2B5EF4-FFF2-40B4-BE49-F238E27FC236}">
                <a16:creationId xmlns:a16="http://schemas.microsoft.com/office/drawing/2014/main" id="{21FE50B1-3EBF-4E87-8D36-79BC6DDFF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889" y="3063689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8" name="TextBox 32">
            <a:extLst>
              <a:ext uri="{FF2B5EF4-FFF2-40B4-BE49-F238E27FC236}">
                <a16:creationId xmlns:a16="http://schemas.microsoft.com/office/drawing/2014/main" id="{368F3FAE-4D3F-4D11-8E9B-E17FCFB04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9678" y="3847670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8" name="组合 627">
            <a:extLst>
              <a:ext uri="{FF2B5EF4-FFF2-40B4-BE49-F238E27FC236}">
                <a16:creationId xmlns:a16="http://schemas.microsoft.com/office/drawing/2014/main" id="{4E3AE969-57E2-4FFE-88E8-D92C21A8AD0C}"/>
              </a:ext>
            </a:extLst>
          </p:cNvPr>
          <p:cNvGrpSpPr/>
          <p:nvPr/>
        </p:nvGrpSpPr>
        <p:grpSpPr>
          <a:xfrm>
            <a:off x="2658623" y="5101097"/>
            <a:ext cx="1545765" cy="144016"/>
            <a:chOff x="1681780" y="4543217"/>
            <a:chExt cx="1545765" cy="144016"/>
          </a:xfrm>
        </p:grpSpPr>
        <p:cxnSp>
          <p:nvCxnSpPr>
            <p:cNvPr id="623" name="直接连接符 622">
              <a:extLst>
                <a:ext uri="{FF2B5EF4-FFF2-40B4-BE49-F238E27FC236}">
                  <a16:creationId xmlns:a16="http://schemas.microsoft.com/office/drawing/2014/main" id="{2B9BB33D-302F-4991-AB4B-719FA322FBF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27545" y="4543217"/>
              <a:ext cx="0" cy="144016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直接连接符 623">
              <a:extLst>
                <a:ext uri="{FF2B5EF4-FFF2-40B4-BE49-F238E27FC236}">
                  <a16:creationId xmlns:a16="http://schemas.microsoft.com/office/drawing/2014/main" id="{BBA1CE5B-AB92-49D2-9A26-7C515EF5A0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52927" y="4543217"/>
              <a:ext cx="0" cy="144016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直接连接符 624">
              <a:extLst>
                <a:ext uri="{FF2B5EF4-FFF2-40B4-BE49-F238E27FC236}">
                  <a16:creationId xmlns:a16="http://schemas.microsoft.com/office/drawing/2014/main" id="{3A6FD73E-226F-437A-91EB-10AE914868D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681780" y="4543217"/>
              <a:ext cx="0" cy="144016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1" name="直接连接符 630">
            <a:extLst>
              <a:ext uri="{FF2B5EF4-FFF2-40B4-BE49-F238E27FC236}">
                <a16:creationId xmlns:a16="http://schemas.microsoft.com/office/drawing/2014/main" id="{725294AC-98CF-45B9-872C-ED0A70BDCF66}"/>
              </a:ext>
            </a:extLst>
          </p:cNvPr>
          <p:cNvCxnSpPr>
            <a:cxnSpLocks/>
          </p:cNvCxnSpPr>
          <p:nvPr/>
        </p:nvCxnSpPr>
        <p:spPr bwMode="auto">
          <a:xfrm flipH="1">
            <a:off x="3677269" y="4687898"/>
            <a:ext cx="127485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直接连接符 631">
            <a:extLst>
              <a:ext uri="{FF2B5EF4-FFF2-40B4-BE49-F238E27FC236}">
                <a16:creationId xmlns:a16="http://schemas.microsoft.com/office/drawing/2014/main" id="{7E768241-6673-4C3C-80AC-2749D5595A67}"/>
              </a:ext>
            </a:extLst>
          </p:cNvPr>
          <p:cNvCxnSpPr>
            <a:cxnSpLocks/>
          </p:cNvCxnSpPr>
          <p:nvPr/>
        </p:nvCxnSpPr>
        <p:spPr bwMode="auto">
          <a:xfrm flipH="1">
            <a:off x="3433241" y="4687898"/>
            <a:ext cx="244030" cy="42446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直接连接符 632">
            <a:extLst>
              <a:ext uri="{FF2B5EF4-FFF2-40B4-BE49-F238E27FC236}">
                <a16:creationId xmlns:a16="http://schemas.microsoft.com/office/drawing/2014/main" id="{5AEAEA9F-3CB1-4BC4-BC49-3E985E0F6078}"/>
              </a:ext>
            </a:extLst>
          </p:cNvPr>
          <p:cNvCxnSpPr>
            <a:cxnSpLocks/>
          </p:cNvCxnSpPr>
          <p:nvPr/>
        </p:nvCxnSpPr>
        <p:spPr bwMode="auto">
          <a:xfrm flipH="1">
            <a:off x="2902162" y="4673186"/>
            <a:ext cx="127485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直接连接符 633">
            <a:extLst>
              <a:ext uri="{FF2B5EF4-FFF2-40B4-BE49-F238E27FC236}">
                <a16:creationId xmlns:a16="http://schemas.microsoft.com/office/drawing/2014/main" id="{798A35F3-539F-42A2-8C2F-8A6F1884997A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5281" y="4673186"/>
            <a:ext cx="246883" cy="45029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TextBox 32">
            <a:extLst>
              <a:ext uri="{FF2B5EF4-FFF2-40B4-BE49-F238E27FC236}">
                <a16:creationId xmlns:a16="http://schemas.microsoft.com/office/drawing/2014/main" id="{1486CFA1-7979-4E74-9DCD-9D7E45492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0986" y="5152468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6" name="直接连接符 635">
            <a:extLst>
              <a:ext uri="{FF2B5EF4-FFF2-40B4-BE49-F238E27FC236}">
                <a16:creationId xmlns:a16="http://schemas.microsoft.com/office/drawing/2014/main" id="{203C0C52-6DB7-4177-961E-1C46D3776E15}"/>
              </a:ext>
            </a:extLst>
          </p:cNvPr>
          <p:cNvCxnSpPr>
            <a:cxnSpLocks/>
          </p:cNvCxnSpPr>
          <p:nvPr/>
        </p:nvCxnSpPr>
        <p:spPr bwMode="auto">
          <a:xfrm flipH="1">
            <a:off x="4292781" y="5485873"/>
            <a:ext cx="214983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TextBox 32">
            <a:extLst>
              <a:ext uri="{FF2B5EF4-FFF2-40B4-BE49-F238E27FC236}">
                <a16:creationId xmlns:a16="http://schemas.microsoft.com/office/drawing/2014/main" id="{046599D9-E912-4E90-AA68-535E8945F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804" y="5375165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2" name="TextBox 32">
            <a:extLst>
              <a:ext uri="{FF2B5EF4-FFF2-40B4-BE49-F238E27FC236}">
                <a16:creationId xmlns:a16="http://schemas.microsoft.com/office/drawing/2014/main" id="{321F92AF-B423-4883-B9EF-1DF997EAC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1207" y="3615355"/>
            <a:ext cx="163234" cy="2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53" name="组合 652">
            <a:extLst>
              <a:ext uri="{FF2B5EF4-FFF2-40B4-BE49-F238E27FC236}">
                <a16:creationId xmlns:a16="http://schemas.microsoft.com/office/drawing/2014/main" id="{B22CD5E9-209A-493C-AEF3-D9F7AE7EF0FC}"/>
              </a:ext>
            </a:extLst>
          </p:cNvPr>
          <p:cNvGrpSpPr/>
          <p:nvPr/>
        </p:nvGrpSpPr>
        <p:grpSpPr>
          <a:xfrm>
            <a:off x="6469408" y="2340647"/>
            <a:ext cx="429613" cy="782047"/>
            <a:chOff x="5458004" y="2749108"/>
            <a:chExt cx="429613" cy="782047"/>
          </a:xfrm>
        </p:grpSpPr>
        <p:cxnSp>
          <p:nvCxnSpPr>
            <p:cNvPr id="654" name="直接连接符 653">
              <a:extLst>
                <a:ext uri="{FF2B5EF4-FFF2-40B4-BE49-F238E27FC236}">
                  <a16:creationId xmlns:a16="http://schemas.microsoft.com/office/drawing/2014/main" id="{90E27BC1-B52E-47AF-8CED-D0AAE8CBC1A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直接连接符 654">
              <a:extLst>
                <a:ext uri="{FF2B5EF4-FFF2-40B4-BE49-F238E27FC236}">
                  <a16:creationId xmlns:a16="http://schemas.microsoft.com/office/drawing/2014/main" id="{D3139440-4D6C-4728-B211-A8B88C4E1E3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直接连接符 655">
              <a:extLst>
                <a:ext uri="{FF2B5EF4-FFF2-40B4-BE49-F238E27FC236}">
                  <a16:creationId xmlns:a16="http://schemas.microsoft.com/office/drawing/2014/main" id="{58738553-A1A1-4648-8277-48474682623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7" name="组合 656">
            <a:extLst>
              <a:ext uri="{FF2B5EF4-FFF2-40B4-BE49-F238E27FC236}">
                <a16:creationId xmlns:a16="http://schemas.microsoft.com/office/drawing/2014/main" id="{3C35F8FC-CAA1-48B8-AB40-753D1DBD3F43}"/>
              </a:ext>
            </a:extLst>
          </p:cNvPr>
          <p:cNvGrpSpPr/>
          <p:nvPr/>
        </p:nvGrpSpPr>
        <p:grpSpPr>
          <a:xfrm>
            <a:off x="4129290" y="2344874"/>
            <a:ext cx="429613" cy="782047"/>
            <a:chOff x="5458004" y="2749108"/>
            <a:chExt cx="429613" cy="782047"/>
          </a:xfrm>
        </p:grpSpPr>
        <p:cxnSp>
          <p:nvCxnSpPr>
            <p:cNvPr id="658" name="直接连接符 657">
              <a:extLst>
                <a:ext uri="{FF2B5EF4-FFF2-40B4-BE49-F238E27FC236}">
                  <a16:creationId xmlns:a16="http://schemas.microsoft.com/office/drawing/2014/main" id="{F76E2976-CF22-4BAB-9A8E-026C2638603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直接连接符 658">
              <a:extLst>
                <a:ext uri="{FF2B5EF4-FFF2-40B4-BE49-F238E27FC236}">
                  <a16:creationId xmlns:a16="http://schemas.microsoft.com/office/drawing/2014/main" id="{005DE7F1-A6D1-4E33-914C-8996C2573E5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直接连接符 659">
              <a:extLst>
                <a:ext uri="{FF2B5EF4-FFF2-40B4-BE49-F238E27FC236}">
                  <a16:creationId xmlns:a16="http://schemas.microsoft.com/office/drawing/2014/main" id="{D8590350-4600-4137-B66C-40535D5E403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1" name="组合 660">
            <a:extLst>
              <a:ext uri="{FF2B5EF4-FFF2-40B4-BE49-F238E27FC236}">
                <a16:creationId xmlns:a16="http://schemas.microsoft.com/office/drawing/2014/main" id="{9122A05E-3AC0-4031-B1B6-CC62C9ACDBF2}"/>
              </a:ext>
            </a:extLst>
          </p:cNvPr>
          <p:cNvGrpSpPr/>
          <p:nvPr/>
        </p:nvGrpSpPr>
        <p:grpSpPr>
          <a:xfrm>
            <a:off x="4913334" y="2346880"/>
            <a:ext cx="429613" cy="782047"/>
            <a:chOff x="5458004" y="2749108"/>
            <a:chExt cx="429613" cy="782047"/>
          </a:xfrm>
        </p:grpSpPr>
        <p:cxnSp>
          <p:nvCxnSpPr>
            <p:cNvPr id="662" name="直接连接符 661">
              <a:extLst>
                <a:ext uri="{FF2B5EF4-FFF2-40B4-BE49-F238E27FC236}">
                  <a16:creationId xmlns:a16="http://schemas.microsoft.com/office/drawing/2014/main" id="{C456BC21-D018-4D15-8B4D-34D7CC33B4E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直接连接符 662">
              <a:extLst>
                <a:ext uri="{FF2B5EF4-FFF2-40B4-BE49-F238E27FC236}">
                  <a16:creationId xmlns:a16="http://schemas.microsoft.com/office/drawing/2014/main" id="{B307F7C5-8D0A-4DF2-B672-8C00A2B042E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直接连接符 663">
              <a:extLst>
                <a:ext uri="{FF2B5EF4-FFF2-40B4-BE49-F238E27FC236}">
                  <a16:creationId xmlns:a16="http://schemas.microsoft.com/office/drawing/2014/main" id="{FEE40B0D-832A-4BED-952F-C004CAB9F82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5" name="组合 664">
            <a:extLst>
              <a:ext uri="{FF2B5EF4-FFF2-40B4-BE49-F238E27FC236}">
                <a16:creationId xmlns:a16="http://schemas.microsoft.com/office/drawing/2014/main" id="{4D89009E-7974-40F2-92D3-19F47320B273}"/>
              </a:ext>
            </a:extLst>
          </p:cNvPr>
          <p:cNvGrpSpPr/>
          <p:nvPr/>
        </p:nvGrpSpPr>
        <p:grpSpPr>
          <a:xfrm>
            <a:off x="3371123" y="3128927"/>
            <a:ext cx="429613" cy="782047"/>
            <a:chOff x="5458004" y="2749108"/>
            <a:chExt cx="429613" cy="782047"/>
          </a:xfrm>
        </p:grpSpPr>
        <p:cxnSp>
          <p:nvCxnSpPr>
            <p:cNvPr id="666" name="直接连接符 665">
              <a:extLst>
                <a:ext uri="{FF2B5EF4-FFF2-40B4-BE49-F238E27FC236}">
                  <a16:creationId xmlns:a16="http://schemas.microsoft.com/office/drawing/2014/main" id="{3A2BA853-A39A-42A0-9417-1DEB4CEB30A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直接连接符 666">
              <a:extLst>
                <a:ext uri="{FF2B5EF4-FFF2-40B4-BE49-F238E27FC236}">
                  <a16:creationId xmlns:a16="http://schemas.microsoft.com/office/drawing/2014/main" id="{599B421C-FADA-4858-A7E9-E9EEF4B1BC2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直接连接符 667">
              <a:extLst>
                <a:ext uri="{FF2B5EF4-FFF2-40B4-BE49-F238E27FC236}">
                  <a16:creationId xmlns:a16="http://schemas.microsoft.com/office/drawing/2014/main" id="{9A0E25F7-6F45-4B1A-BB42-A10178B7A7A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9" name="组合 668">
            <a:extLst>
              <a:ext uri="{FF2B5EF4-FFF2-40B4-BE49-F238E27FC236}">
                <a16:creationId xmlns:a16="http://schemas.microsoft.com/office/drawing/2014/main" id="{D2CAEE6C-EF82-4A56-AECC-E83F1276479A}"/>
              </a:ext>
            </a:extLst>
          </p:cNvPr>
          <p:cNvGrpSpPr/>
          <p:nvPr/>
        </p:nvGrpSpPr>
        <p:grpSpPr>
          <a:xfrm>
            <a:off x="2602282" y="3905084"/>
            <a:ext cx="429613" cy="782047"/>
            <a:chOff x="5458004" y="2749108"/>
            <a:chExt cx="429613" cy="782047"/>
          </a:xfrm>
        </p:grpSpPr>
        <p:cxnSp>
          <p:nvCxnSpPr>
            <p:cNvPr id="670" name="直接连接符 669">
              <a:extLst>
                <a:ext uri="{FF2B5EF4-FFF2-40B4-BE49-F238E27FC236}">
                  <a16:creationId xmlns:a16="http://schemas.microsoft.com/office/drawing/2014/main" id="{E8745A92-7FBC-4BD6-8AD5-D4529E5C2BA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760132" y="2749108"/>
              <a:ext cx="12748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直接连接符 670">
              <a:extLst>
                <a:ext uri="{FF2B5EF4-FFF2-40B4-BE49-F238E27FC236}">
                  <a16:creationId xmlns:a16="http://schemas.microsoft.com/office/drawing/2014/main" id="{300D5A41-AB67-41F8-ABB9-216AD000428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58004" y="3531155"/>
              <a:ext cx="142478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直接连接符 671">
              <a:extLst>
                <a:ext uri="{FF2B5EF4-FFF2-40B4-BE49-F238E27FC236}">
                  <a16:creationId xmlns:a16="http://schemas.microsoft.com/office/drawing/2014/main" id="{58342058-3787-4852-AA7D-25E22F41180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00482" y="2749108"/>
              <a:ext cx="159650" cy="782047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8" name="标题 1">
            <a:extLst>
              <a:ext uri="{FF2B5EF4-FFF2-40B4-BE49-F238E27FC236}">
                <a16:creationId xmlns:a16="http://schemas.microsoft.com/office/drawing/2014/main" id="{4E6AD230-3EE1-44A2-815B-8E1FD1FEA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/>
              <a:t>示例：保留进位加法实现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689" name="内容占位符 2">
            <a:extLst>
              <a:ext uri="{FF2B5EF4-FFF2-40B4-BE49-F238E27FC236}">
                <a16:creationId xmlns:a16="http://schemas.microsoft.com/office/drawing/2014/main" id="{85C36327-8A4A-4415-B37D-E315F3F52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24000"/>
            <a:ext cx="2582573" cy="1860473"/>
          </a:xfrm>
        </p:spPr>
        <p:txBody>
          <a:bodyPr/>
          <a:lstStyle/>
          <a:p>
            <a:r>
              <a:rPr lang="zh-CN" altLang="en-US" sz="2400"/>
              <a:t>最后一层为串行或快速进位加法器</a:t>
            </a:r>
            <a:endParaRPr lang="en-US" altLang="zh-CN" sz="2400"/>
          </a:p>
          <a:p>
            <a:r>
              <a:rPr lang="zh-CN" altLang="en-US" sz="2400"/>
              <a:t>其余层均为保留进位加法器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791087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B532B4D-B102-4DEF-88F2-35259B31A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有符号数乘法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08FEEAF6-3FAF-4CC8-867E-691AC92C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6A292D-EE0C-4EC1-8099-958F49C1D86E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页脚占位符 1">
            <a:extLst>
              <a:ext uri="{FF2B5EF4-FFF2-40B4-BE49-F238E27FC236}">
                <a16:creationId xmlns:a16="http://schemas.microsoft.com/office/drawing/2014/main" id="{1C181170-66E0-4CA5-B91D-1192E51BB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数字逻辑设计进阶实验</a:t>
            </a:r>
          </a:p>
        </p:txBody>
      </p:sp>
      <p:sp>
        <p:nvSpPr>
          <p:cNvPr id="96" name="日期占位符 3">
            <a:extLst>
              <a:ext uri="{FF2B5EF4-FFF2-40B4-BE49-F238E27FC236}">
                <a16:creationId xmlns:a16="http://schemas.microsoft.com/office/drawing/2014/main" id="{3946BCBE-ECDE-4154-9753-65627064314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29E1AD-1D79-4E5F-827B-AF978A182FE6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2025/10/27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D6F5ADEB-2CF4-4F40-AFCC-822BDC79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1"/>
            <a:ext cx="8061650" cy="472122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/>
              <a:t>补码与真值的关系</a:t>
            </a:r>
            <a:endParaRPr lang="en-US" altLang="zh-CN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altLang="zh-CN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altLang="zh-CN" sz="240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/>
              <a:t>补码直接运算，部分积均为补码，最后一次做减法</a:t>
            </a:r>
            <a:endParaRPr lang="en-US" altLang="zh-CN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/>
              <a:t>注意补码的符号扩展</a:t>
            </a:r>
            <a:endParaRPr lang="en-US" altLang="zh-CN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400" b="0" kern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400" b="0" kern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位</a:t>
            </a:r>
            <a:r>
              <a:rPr lang="en-US" altLang="zh-CN" sz="2400" b="0" kern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Booth</a:t>
            </a:r>
            <a:r>
              <a:rPr lang="zh-CN" altLang="en-US" sz="2400" b="0" kern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编码</a:t>
            </a:r>
            <a:endParaRPr lang="en-US" altLang="zh-CN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altLang="zh-CN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altLang="zh-CN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altLang="zh-CN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altLang="zh-CN" sz="240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zh-CN" altLang="en-US" sz="24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732901A-E8DD-4705-BFE7-626B99F84D09}"/>
              </a:ext>
            </a:extLst>
          </p:cNvPr>
          <p:cNvSpPr txBox="1"/>
          <p:nvPr/>
        </p:nvSpPr>
        <p:spPr bwMode="auto">
          <a:xfrm>
            <a:off x="1367644" y="2124076"/>
            <a:ext cx="4203074" cy="2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eaLnBrk="1" hangingPunct="1"/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[B]</a:t>
            </a:r>
            <a:r>
              <a:rPr lang="zh-CN" altLang="en-US" baseline="-25000">
                <a:latin typeface="+mn-ea"/>
                <a:ea typeface="+mn-ea"/>
                <a:cs typeface="Arial" panose="020B0604020202020204" pitchFamily="34" charset="0"/>
              </a:rPr>
              <a:t>补</a:t>
            </a:r>
            <a:r>
              <a:rPr lang="zh-CN" altLang="en-US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=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31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30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…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1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0</a:t>
            </a:r>
            <a:r>
              <a:rPr lang="zh-CN" altLang="en-US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= (2</a:t>
            </a:r>
            <a:r>
              <a:rPr lang="en-US" altLang="zh-CN" baseline="30000">
                <a:latin typeface="+mn-ea"/>
                <a:cs typeface="Arial" panose="020B0604020202020204" pitchFamily="34" charset="0"/>
              </a:rPr>
              <a:t>32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 + B) mod 2</a:t>
            </a:r>
            <a:r>
              <a:rPr lang="en-US" altLang="zh-CN" baseline="30000">
                <a:latin typeface="+mn-ea"/>
                <a:cs typeface="Arial" panose="020B0604020202020204" pitchFamily="34" charset="0"/>
              </a:rPr>
              <a:t>32</a:t>
            </a:r>
            <a:endParaRPr lang="zh-CN" altLang="en-US" baseline="30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8AD3FF7-A045-4BDA-B663-03C8831F0245}"/>
              </a:ext>
            </a:extLst>
          </p:cNvPr>
          <p:cNvSpPr txBox="1"/>
          <p:nvPr/>
        </p:nvSpPr>
        <p:spPr bwMode="auto">
          <a:xfrm>
            <a:off x="1354654" y="3050521"/>
            <a:ext cx="4002699" cy="2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B</a:t>
            </a:r>
            <a:r>
              <a:rPr lang="zh-CN" altLang="en-US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= -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31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ea typeface="+mn-ea"/>
                <a:cs typeface="Arial" panose="020B0604020202020204" pitchFamily="34" charset="0"/>
              </a:rPr>
              <a:t>31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+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30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ea typeface="+mn-ea"/>
                <a:cs typeface="Arial" panose="020B0604020202020204" pitchFamily="34" charset="0"/>
              </a:rPr>
              <a:t>30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+ … +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1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ea typeface="+mn-ea"/>
                <a:cs typeface="Arial" panose="020B0604020202020204" pitchFamily="34" charset="0"/>
              </a:rPr>
              <a:t>1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+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0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ea typeface="+mn-ea"/>
                <a:cs typeface="Arial" panose="020B0604020202020204" pitchFamily="34" charset="0"/>
              </a:rPr>
              <a:t>0</a:t>
            </a:r>
            <a:endParaRPr lang="zh-CN" altLang="en-US" baseline="30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436B9FB-00FC-405E-B804-D5C0BEED8FCD}"/>
              </a:ext>
            </a:extLst>
          </p:cNvPr>
          <p:cNvSpPr txBox="1"/>
          <p:nvPr/>
        </p:nvSpPr>
        <p:spPr bwMode="auto">
          <a:xfrm>
            <a:off x="2063279" y="2600908"/>
            <a:ext cx="2829301" cy="2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eaLnBrk="1" hangingPunct="1"/>
            <a:r>
              <a:rPr lang="en-US" altLang="zh-CN">
                <a:latin typeface="+mn-ea"/>
                <a:cs typeface="Arial" panose="020B0604020202020204" pitchFamily="34" charset="0"/>
              </a:rPr>
              <a:t>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31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 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30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 … 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1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 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0</a:t>
            </a:r>
            <a:r>
              <a:rPr lang="zh-CN" altLang="en-US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= 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31 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cs typeface="Arial" panose="020B0604020202020204" pitchFamily="34" charset="0"/>
              </a:rPr>
              <a:t>32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 + B</a:t>
            </a:r>
            <a:endParaRPr lang="zh-CN" altLang="en-US" baseline="30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466A5C-43A1-44FA-8868-DEF52C268139}"/>
              </a:ext>
            </a:extLst>
          </p:cNvPr>
          <p:cNvSpPr txBox="1"/>
          <p:nvPr/>
        </p:nvSpPr>
        <p:spPr bwMode="auto">
          <a:xfrm>
            <a:off x="1367644" y="5193196"/>
            <a:ext cx="61459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eaLnBrk="1" hangingPunct="1"/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B</a:t>
            </a:r>
            <a:r>
              <a:rPr lang="zh-CN" altLang="en-US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= -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31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ea typeface="+mn-ea"/>
                <a:cs typeface="Arial" panose="020B0604020202020204" pitchFamily="34" charset="0"/>
              </a:rPr>
              <a:t>31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+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30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ea typeface="+mn-ea"/>
                <a:cs typeface="Arial" panose="020B0604020202020204" pitchFamily="34" charset="0"/>
              </a:rPr>
              <a:t>31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-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 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30 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cs typeface="Arial" panose="020B0604020202020204" pitchFamily="34" charset="0"/>
              </a:rPr>
              <a:t>30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+ … +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1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1 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cs typeface="Arial" panose="020B0604020202020204" pitchFamily="34" charset="0"/>
              </a:rPr>
              <a:t>1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 + 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0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cs typeface="Arial" panose="020B0604020202020204" pitchFamily="34" charset="0"/>
              </a:rPr>
              <a:t>1 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-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0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baseline="30000">
                <a:latin typeface="+mn-ea"/>
                <a:ea typeface="+mn-ea"/>
                <a:cs typeface="Arial" panose="020B0604020202020204" pitchFamily="34" charset="0"/>
              </a:rPr>
              <a:t>0</a:t>
            </a:r>
            <a:endParaRPr lang="zh-CN" altLang="en-US" baseline="30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F6E6C7-062C-49FC-919D-AC6D698F8594}"/>
              </a:ext>
            </a:extLst>
          </p:cNvPr>
          <p:cNvSpPr txBox="1"/>
          <p:nvPr/>
        </p:nvSpPr>
        <p:spPr bwMode="auto">
          <a:xfrm>
            <a:off x="1578143" y="5664513"/>
            <a:ext cx="35746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eaLnBrk="1" hangingPunct="1"/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=</a:t>
            </a:r>
            <a:r>
              <a:rPr lang="en-US" altLang="zh-CN"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∑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(b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 i -1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–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 i 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) 2</a:t>
            </a:r>
            <a:r>
              <a:rPr lang="en-US" altLang="zh-CN" baseline="30000">
                <a:latin typeface="+mn-ea"/>
                <a:ea typeface="+mn-ea"/>
                <a:cs typeface="Arial" panose="020B0604020202020204" pitchFamily="34" charset="0"/>
              </a:rPr>
              <a:t> i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, i = </a:t>
            </a:r>
            <a:r>
              <a:rPr lang="en-US" altLang="zh-CN" sz="1600">
                <a:latin typeface="+mn-ea"/>
                <a:cs typeface="Arial" panose="020B0604020202020204" pitchFamily="34" charset="0"/>
              </a:rPr>
              <a:t>31 ~ 0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, 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 -1 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= 0</a:t>
            </a:r>
            <a:endParaRPr lang="zh-CN" altLang="en-US" baseline="30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44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10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B532B4D-B102-4DEF-88F2-35259B31A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乘法运算的性能优化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08FEEAF6-3FAF-4CC8-867E-691AC92C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6A292D-EE0C-4EC1-8099-958F49C1D86E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页脚占位符 1">
            <a:extLst>
              <a:ext uri="{FF2B5EF4-FFF2-40B4-BE49-F238E27FC236}">
                <a16:creationId xmlns:a16="http://schemas.microsoft.com/office/drawing/2014/main" id="{1C181170-66E0-4CA5-B91D-1192E51BB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数字逻辑设计进阶实验</a:t>
            </a:r>
          </a:p>
        </p:txBody>
      </p:sp>
      <p:sp>
        <p:nvSpPr>
          <p:cNvPr id="96" name="日期占位符 3">
            <a:extLst>
              <a:ext uri="{FF2B5EF4-FFF2-40B4-BE49-F238E27FC236}">
                <a16:creationId xmlns:a16="http://schemas.microsoft.com/office/drawing/2014/main" id="{3946BCBE-ECDE-4154-9753-65627064314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29E1AD-1D79-4E5F-827B-AF978A182FE6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2025/10/27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D6F5ADEB-2CF4-4F40-AFCC-822BDC79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1"/>
            <a:ext cx="8061650" cy="472122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kern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400" b="0" kern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位</a:t>
            </a:r>
            <a:r>
              <a:rPr lang="en-US" altLang="zh-CN" sz="2400" b="0" kern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Booth</a:t>
            </a:r>
            <a:r>
              <a:rPr lang="zh-CN" altLang="en-US" sz="2400" b="0" kern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编码</a:t>
            </a:r>
            <a:endParaRPr lang="en-US" altLang="zh-CN" sz="240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000"/>
              <a:t>通过减少部分积数量，加快乘法运算速度</a:t>
            </a:r>
            <a:endParaRPr lang="en-US" altLang="zh-CN" sz="200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40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40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40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zh-CN" altLang="en-US" sz="240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400"/>
              <a:t>华莱士树乘法器 </a:t>
            </a:r>
            <a:r>
              <a:rPr lang="en-US" altLang="zh-CN" sz="2400" b="0"/>
              <a:t>(Wallace Tree Multiplier)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000"/>
              <a:t>平衡树结构，因降低部分积的累加次数，从而提高乘法速度</a:t>
            </a:r>
            <a:endParaRPr lang="en-US" altLang="zh-CN" sz="200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000"/>
              <a:t>保留进位加法 </a:t>
            </a:r>
            <a:r>
              <a:rPr lang="en-US" altLang="zh-CN" sz="2000"/>
              <a:t>(Carry-Save Addition, CSA )</a:t>
            </a:r>
            <a:r>
              <a:rPr lang="zh-CN" altLang="en-US" sz="2000"/>
              <a:t> ，因取消了进位链，从而提高单次累加速度</a:t>
            </a:r>
            <a:endParaRPr lang="en-US" altLang="zh-CN" sz="20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008A0EC-8AAB-4931-924D-0BA8FC6BB3C7}"/>
              </a:ext>
            </a:extLst>
          </p:cNvPr>
          <p:cNvSpPr txBox="1"/>
          <p:nvPr/>
        </p:nvSpPr>
        <p:spPr bwMode="auto">
          <a:xfrm>
            <a:off x="935596" y="2492896"/>
            <a:ext cx="5785826" cy="682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(-2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31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30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+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29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1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30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+ (-2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29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28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+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27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1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28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+ …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+ (-2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+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1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+ (-2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+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1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b</a:t>
            </a:r>
            <a:r>
              <a:rPr kumimoji="0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0</a:t>
            </a:r>
            <a:endParaRPr kumimoji="0" lang="zh-CN" altLang="en-US" sz="18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20CB30-3C70-4578-B247-9FC28D52F92E}"/>
              </a:ext>
            </a:extLst>
          </p:cNvPr>
          <p:cNvSpPr txBox="1"/>
          <p:nvPr/>
        </p:nvSpPr>
        <p:spPr bwMode="auto">
          <a:xfrm>
            <a:off x="1160342" y="3368025"/>
            <a:ext cx="52899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ctr" anchorCtr="1">
            <a:spAutoFit/>
          </a:bodyPr>
          <a:lstStyle/>
          <a:p>
            <a:pPr eaLnBrk="1" hangingPunct="1"/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=</a:t>
            </a:r>
            <a:r>
              <a:rPr lang="en-US" altLang="zh-CN"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∑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(-2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 i +1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 + b</a:t>
            </a:r>
            <a:r>
              <a:rPr lang="en-US" altLang="zh-CN" baseline="-25000">
                <a:latin typeface="+mn-ea"/>
                <a:ea typeface="+mn-ea"/>
                <a:cs typeface="Arial" panose="020B0604020202020204" pitchFamily="34" charset="0"/>
              </a:rPr>
              <a:t> i 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+ 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 i -1</a:t>
            </a:r>
            <a:r>
              <a:rPr lang="en-US" altLang="zh-CN">
                <a:latin typeface="+mn-ea"/>
                <a:ea typeface="+mn-ea"/>
                <a:cs typeface="Arial" panose="020B0604020202020204" pitchFamily="34" charset="0"/>
              </a:rPr>
              <a:t>) 2</a:t>
            </a:r>
            <a:r>
              <a:rPr lang="en-US" altLang="zh-CN" baseline="30000">
                <a:latin typeface="+mn-ea"/>
                <a:ea typeface="+mn-ea"/>
                <a:cs typeface="Arial" panose="020B0604020202020204" pitchFamily="34" charset="0"/>
              </a:rPr>
              <a:t> i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, i = </a:t>
            </a:r>
            <a:r>
              <a:rPr lang="en-US" altLang="zh-CN" sz="1600">
                <a:latin typeface="+mn-ea"/>
                <a:cs typeface="Arial" panose="020B0604020202020204" pitchFamily="34" charset="0"/>
              </a:rPr>
              <a:t>30, 28, … 2, 0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, b</a:t>
            </a:r>
            <a:r>
              <a:rPr lang="en-US" altLang="zh-CN" baseline="-25000">
                <a:latin typeface="+mn-ea"/>
                <a:cs typeface="Arial" panose="020B0604020202020204" pitchFamily="34" charset="0"/>
              </a:rPr>
              <a:t> -1 </a:t>
            </a:r>
            <a:r>
              <a:rPr lang="en-US" altLang="zh-CN">
                <a:latin typeface="+mn-ea"/>
                <a:cs typeface="Arial" panose="020B0604020202020204" pitchFamily="34" charset="0"/>
              </a:rPr>
              <a:t>= 0</a:t>
            </a:r>
            <a:endParaRPr lang="zh-CN" altLang="en-US" baseline="30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5A22076-D7E6-40C5-AEEC-C6C14576C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400258"/>
              </p:ext>
            </p:extLst>
          </p:nvPr>
        </p:nvGraphicFramePr>
        <p:xfrm>
          <a:off x="6624228" y="2080315"/>
          <a:ext cx="1764196" cy="2066521"/>
        </p:xfrm>
        <a:graphic>
          <a:graphicData uri="http://schemas.openxmlformats.org/drawingml/2006/table">
            <a:tbl>
              <a:tblPr/>
              <a:tblGrid>
                <a:gridCol w="476999">
                  <a:extLst>
                    <a:ext uri="{9D8B030D-6E8A-4147-A177-3AD203B41FA5}">
                      <a16:colId xmlns:a16="http://schemas.microsoft.com/office/drawing/2014/main" val="3003635285"/>
                    </a:ext>
                  </a:extLst>
                </a:gridCol>
                <a:gridCol w="278250">
                  <a:extLst>
                    <a:ext uri="{9D8B030D-6E8A-4147-A177-3AD203B41FA5}">
                      <a16:colId xmlns:a16="http://schemas.microsoft.com/office/drawing/2014/main" val="1305587378"/>
                    </a:ext>
                  </a:extLst>
                </a:gridCol>
                <a:gridCol w="468887">
                  <a:extLst>
                    <a:ext uri="{9D8B030D-6E8A-4147-A177-3AD203B41FA5}">
                      <a16:colId xmlns:a16="http://schemas.microsoft.com/office/drawing/2014/main" val="2188544736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445129088"/>
                    </a:ext>
                  </a:extLst>
                </a:gridCol>
              </a:tblGrid>
              <a:tr h="2685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400" b="0" i="0" u="none" strike="noStrike" baseline="-1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i+1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400" b="0" i="0" u="none" strike="noStrike" baseline="-1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i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400" b="0" i="0" u="none" strike="noStrike" baseline="-1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i-1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937791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122020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8941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967964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+2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177587"/>
                  </a:ext>
                </a:extLst>
              </a:tr>
              <a:tr h="1125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152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939417"/>
                  </a:ext>
                </a:extLst>
              </a:tr>
              <a:tr h="2250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488080"/>
                  </a:ext>
                </a:extLst>
              </a:tr>
              <a:tr h="2331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398950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27D1922-9D31-4DA5-A988-57D623608918}"/>
              </a:ext>
            </a:extLst>
          </p:cNvPr>
          <p:cNvSpPr/>
          <p:nvPr/>
        </p:nvSpPr>
        <p:spPr>
          <a:xfrm>
            <a:off x="6552220" y="1657802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zh-CN" altLang="en-US">
                <a:solidFill>
                  <a:srgbClr val="000000"/>
                </a:solidFill>
                <a:cs typeface="Arial" panose="020B0604020202020204" pitchFamily="34" charset="0"/>
              </a:rPr>
              <a:t>位</a:t>
            </a:r>
            <a:r>
              <a:rPr lang="en-US" altLang="zh-CN">
                <a:solidFill>
                  <a:srgbClr val="000000"/>
                </a:solidFill>
                <a:cs typeface="Arial" panose="020B0604020202020204" pitchFamily="34" charset="0"/>
              </a:rPr>
              <a:t>Booth</a:t>
            </a:r>
            <a:r>
              <a:rPr lang="zh-CN" altLang="en-US">
                <a:solidFill>
                  <a:srgbClr val="000000"/>
                </a:solidFill>
                <a:cs typeface="Arial" panose="020B0604020202020204" pitchFamily="34" charset="0"/>
              </a:rPr>
              <a:t>编码表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26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0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C6D82EDB-58DD-405F-87E5-6B3A889F7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36838"/>
            <a:ext cx="8229600" cy="1477962"/>
          </a:xfrm>
        </p:spPr>
        <p:txBody>
          <a:bodyPr/>
          <a:lstStyle/>
          <a:p>
            <a:r>
              <a:rPr lang="en-US" altLang="zh-CN" sz="5400" b="1">
                <a:ea typeface="宋体" panose="02010600030101010101" pitchFamily="2" charset="-122"/>
              </a:rPr>
              <a:t>The</a:t>
            </a:r>
            <a:r>
              <a:rPr lang="zh-CN" altLang="en-US" sz="5400" b="1">
                <a:ea typeface="宋体" panose="02010600030101010101" pitchFamily="2" charset="-122"/>
              </a:rPr>
              <a:t> </a:t>
            </a:r>
            <a:r>
              <a:rPr lang="en-US" altLang="zh-CN" sz="5400" b="1">
                <a:ea typeface="宋体" panose="02010600030101010101" pitchFamily="2" charset="-122"/>
              </a:rPr>
              <a:t>End</a:t>
            </a:r>
            <a:endParaRPr lang="zh-CN" altLang="en-US" sz="5400" b="1">
              <a:ea typeface="宋体" panose="02010600030101010101" pitchFamily="2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F9B8F6-099C-444C-99E5-217F05242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6A292D-EE0C-4EC1-8099-958F49C1D86E}" type="slidenum">
              <a:rPr lang="en-US" altLang="zh-CN" sz="1600" smtClean="0"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600">
              <a:cs typeface="Times New Roman" panose="02020603050405020304" pitchFamily="18" charset="0"/>
            </a:endParaRPr>
          </a:p>
        </p:txBody>
      </p:sp>
      <p:sp>
        <p:nvSpPr>
          <p:cNvPr id="7" name="页脚占位符 1">
            <a:extLst>
              <a:ext uri="{FF2B5EF4-FFF2-40B4-BE49-F238E27FC236}">
                <a16:creationId xmlns:a16="http://schemas.microsoft.com/office/drawing/2014/main" id="{588C5506-854D-48C6-91FD-0B4495E3B4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数字逻辑设计进阶实验</a:t>
            </a:r>
          </a:p>
        </p:txBody>
      </p: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44544F68-DDC2-4B73-AD8D-A2AC4E275E6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A3F03-9561-4829-9AEA-45BE85EC8344}" type="datetime1">
              <a:rPr lang="zh-CN" altLang="en-US" sz="1600" smtClean="0">
                <a:ea typeface="宋体" panose="02010600030101010101" pitchFamily="2" charset="-122"/>
              </a:rPr>
              <a:t>2025/10/27</a:t>
            </a:fld>
            <a:endParaRPr lang="zh-CN" altLang="en-US" sz="1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TM03457496[[fn=视差]]</Template>
  <TotalTime>53571</TotalTime>
  <Words>2061</Words>
  <Application>Microsoft Office PowerPoint</Application>
  <PresentationFormat>全屏显示(4:3)</PresentationFormat>
  <Paragraphs>532</Paragraphs>
  <Slides>21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等线</vt:lpstr>
      <vt:lpstr>黑体</vt:lpstr>
      <vt:lpstr>宋体</vt:lpstr>
      <vt:lpstr>微软雅黑</vt:lpstr>
      <vt:lpstr>Arial</vt:lpstr>
      <vt:lpstr>Times New Roman</vt:lpstr>
      <vt:lpstr>Office 主题</vt:lpstr>
      <vt:lpstr>2_Office 主题</vt:lpstr>
      <vt:lpstr>3_Office 主题</vt:lpstr>
      <vt:lpstr>数字逻辑设计进阶实验</vt:lpstr>
      <vt:lpstr>实验目的</vt:lpstr>
      <vt:lpstr>实验内容</vt:lpstr>
      <vt:lpstr>ALU</vt:lpstr>
      <vt:lpstr>ALU (续)</vt:lpstr>
      <vt:lpstr>寄存器</vt:lpstr>
      <vt:lpstr>示例：测试加法器</vt:lpstr>
      <vt:lpstr>示例：测试加法器 (续1)</vt:lpstr>
      <vt:lpstr>示例：测试加法器 (续2)</vt:lpstr>
      <vt:lpstr>示例：测试加法器 (续3)</vt:lpstr>
      <vt:lpstr>示例：测试加法器 (续4)</vt:lpstr>
      <vt:lpstr>示例：测试加法器 (续5)</vt:lpstr>
      <vt:lpstr>通用测试单元</vt:lpstr>
      <vt:lpstr>通用测试单元 (续)</vt:lpstr>
      <vt:lpstr>乘法器</vt:lpstr>
      <vt:lpstr>示例：4位无符号数乘法</vt:lpstr>
      <vt:lpstr>示例：串行进位加法实现</vt:lpstr>
      <vt:lpstr>示例：保留进位加法实现</vt:lpstr>
      <vt:lpstr>有符号数乘法</vt:lpstr>
      <vt:lpstr>乘法运算的性能优化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ZJX</dc:creator>
  <cp:lastModifiedBy>Wendy H</cp:lastModifiedBy>
  <cp:revision>599</cp:revision>
  <cp:lastPrinted>1601-01-01T00:00:00Z</cp:lastPrinted>
  <dcterms:created xsi:type="dcterms:W3CDTF">1601-01-01T00:00:00Z</dcterms:created>
  <dcterms:modified xsi:type="dcterms:W3CDTF">2025-10-28T00:09:41Z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